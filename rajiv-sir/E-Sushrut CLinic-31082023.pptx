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967" r:id="rId4"/>
  </p:sldMasterIdLst>
  <p:notesMasterIdLst>
    <p:notesMasterId r:id="rId18"/>
  </p:notesMasterIdLst>
  <p:handoutMasterIdLst>
    <p:handoutMasterId r:id="rId19"/>
  </p:handoutMasterIdLst>
  <p:sldIdLst>
    <p:sldId id="298" r:id="rId5"/>
    <p:sldId id="299" r:id="rId6"/>
    <p:sldId id="297" r:id="rId7"/>
    <p:sldId id="311" r:id="rId8"/>
    <p:sldId id="309" r:id="rId9"/>
    <p:sldId id="306" r:id="rId10"/>
    <p:sldId id="307" r:id="rId11"/>
    <p:sldId id="308" r:id="rId12"/>
    <p:sldId id="284" r:id="rId13"/>
    <p:sldId id="300" r:id="rId14"/>
    <p:sldId id="302" r:id="rId15"/>
    <p:sldId id="304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12" autoAdjust="0"/>
  </p:normalViewPr>
  <p:slideViewPr>
    <p:cSldViewPr snapToGrid="0">
      <p:cViewPr varScale="1">
        <p:scale>
          <a:sx n="86" d="100"/>
          <a:sy n="86" d="100"/>
        </p:scale>
        <p:origin x="126" y="174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53F466-3C9F-49CF-8777-FF9F82826B0F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A6815EC-E715-460B-8C5C-F77E19A9BD13}">
      <dgm:prSet phldrT="[Text]"/>
      <dgm:spPr/>
      <dgm:t>
        <a:bodyPr/>
        <a:lstStyle/>
        <a:p>
          <a:r>
            <a:rPr lang="en-IN" dirty="0" smtClean="0"/>
            <a:t>Research and Evaluation</a:t>
          </a:r>
          <a:endParaRPr lang="en-IN" dirty="0"/>
        </a:p>
      </dgm:t>
    </dgm:pt>
    <dgm:pt modelId="{019990DA-E093-4D29-B4C9-645137C6DFDD}" type="parTrans" cxnId="{38CC5D3F-D4D1-4F38-B8B2-7105880EB066}">
      <dgm:prSet/>
      <dgm:spPr/>
      <dgm:t>
        <a:bodyPr/>
        <a:lstStyle/>
        <a:p>
          <a:endParaRPr lang="en-IN"/>
        </a:p>
      </dgm:t>
    </dgm:pt>
    <dgm:pt modelId="{7FF5ED56-A7E8-4789-B573-7C0F32C8485E}" type="sibTrans" cxnId="{38CC5D3F-D4D1-4F38-B8B2-7105880EB066}">
      <dgm:prSet/>
      <dgm:spPr/>
      <dgm:t>
        <a:bodyPr/>
        <a:lstStyle/>
        <a:p>
          <a:endParaRPr lang="en-IN"/>
        </a:p>
      </dgm:t>
    </dgm:pt>
    <dgm:pt modelId="{FF413717-5C25-41D6-8B24-964A0FC4B971}">
      <dgm:prSet phldrT="[Text]"/>
      <dgm:spPr/>
      <dgm:t>
        <a:bodyPr/>
        <a:lstStyle/>
        <a:p>
          <a:r>
            <a:rPr lang="en-IN" dirty="0" smtClean="0"/>
            <a:t>Sign Up and Registration</a:t>
          </a:r>
          <a:endParaRPr lang="en-IN" dirty="0"/>
        </a:p>
      </dgm:t>
    </dgm:pt>
    <dgm:pt modelId="{F550ABF0-876E-4881-8196-40BE42E20CAE}" type="parTrans" cxnId="{BF3444BC-366A-401F-A46D-2368F59EB9B3}">
      <dgm:prSet/>
      <dgm:spPr/>
      <dgm:t>
        <a:bodyPr/>
        <a:lstStyle/>
        <a:p>
          <a:endParaRPr lang="en-IN"/>
        </a:p>
      </dgm:t>
    </dgm:pt>
    <dgm:pt modelId="{0E46508E-4590-4F86-BFF1-8A606823E233}" type="sibTrans" cxnId="{BF3444BC-366A-401F-A46D-2368F59EB9B3}">
      <dgm:prSet/>
      <dgm:spPr/>
      <dgm:t>
        <a:bodyPr/>
        <a:lstStyle/>
        <a:p>
          <a:endParaRPr lang="en-IN"/>
        </a:p>
      </dgm:t>
    </dgm:pt>
    <dgm:pt modelId="{91233E58-AA1D-4CE2-A74F-CD919E1CB20D}">
      <dgm:prSet phldrT="[Text]"/>
      <dgm:spPr/>
      <dgm:t>
        <a:bodyPr/>
        <a:lstStyle/>
        <a:p>
          <a:r>
            <a:rPr lang="en-US" dirty="0" smtClean="0"/>
            <a:t>1</a:t>
          </a:r>
          <a:r>
            <a:rPr lang="en-US" baseline="30000" dirty="0" smtClean="0"/>
            <a:t>st</a:t>
          </a:r>
          <a:r>
            <a:rPr lang="en-US" dirty="0" smtClean="0"/>
            <a:t> Level Verification </a:t>
          </a:r>
          <a:endParaRPr lang="en-IN" dirty="0"/>
        </a:p>
      </dgm:t>
    </dgm:pt>
    <dgm:pt modelId="{D29CD31D-E089-4C47-A8E1-54B1FF878D66}" type="parTrans" cxnId="{7EED53A8-7DB4-4D23-90FA-84B95ADE03E6}">
      <dgm:prSet/>
      <dgm:spPr/>
      <dgm:t>
        <a:bodyPr/>
        <a:lstStyle/>
        <a:p>
          <a:endParaRPr lang="en-IN"/>
        </a:p>
      </dgm:t>
    </dgm:pt>
    <dgm:pt modelId="{F61A2023-1AD8-41F0-ACB7-00B7B8A6AAA1}" type="sibTrans" cxnId="{7EED53A8-7DB4-4D23-90FA-84B95ADE03E6}">
      <dgm:prSet/>
      <dgm:spPr/>
      <dgm:t>
        <a:bodyPr/>
        <a:lstStyle/>
        <a:p>
          <a:endParaRPr lang="en-IN"/>
        </a:p>
      </dgm:t>
    </dgm:pt>
    <dgm:pt modelId="{DC54821A-B33E-4BF5-83D8-F4FF61AAD935}">
      <dgm:prSet phldrT="[Text]"/>
      <dgm:spPr/>
      <dgm:t>
        <a:bodyPr/>
        <a:lstStyle/>
        <a:p>
          <a:r>
            <a:rPr lang="en-IN" dirty="0" smtClean="0"/>
            <a:t>Payment and Subscription</a:t>
          </a:r>
          <a:endParaRPr lang="en-IN" dirty="0"/>
        </a:p>
      </dgm:t>
    </dgm:pt>
    <dgm:pt modelId="{9ABFD7DD-22DD-4075-ACD9-64A84B95BF24}" type="parTrans" cxnId="{93776633-4041-4645-84E6-EA0982FA58B0}">
      <dgm:prSet/>
      <dgm:spPr/>
      <dgm:t>
        <a:bodyPr/>
        <a:lstStyle/>
        <a:p>
          <a:endParaRPr lang="en-IN"/>
        </a:p>
      </dgm:t>
    </dgm:pt>
    <dgm:pt modelId="{A1AB2372-D8BD-4638-9C96-3C4C30FBFA93}" type="sibTrans" cxnId="{93776633-4041-4645-84E6-EA0982FA58B0}">
      <dgm:prSet/>
      <dgm:spPr/>
      <dgm:t>
        <a:bodyPr/>
        <a:lstStyle/>
        <a:p>
          <a:endParaRPr lang="en-IN"/>
        </a:p>
      </dgm:t>
    </dgm:pt>
    <dgm:pt modelId="{2A335DB8-BB93-43EE-AC6D-1B75801C35BD}">
      <dgm:prSet phldrT="[Text]"/>
      <dgm:spPr/>
      <dgm:t>
        <a:bodyPr/>
        <a:lstStyle/>
        <a:p>
          <a:r>
            <a:rPr lang="en-IN" dirty="0" smtClean="0"/>
            <a:t>Order confirmation by CDAC</a:t>
          </a:r>
          <a:endParaRPr lang="en-IN" dirty="0"/>
        </a:p>
      </dgm:t>
    </dgm:pt>
    <dgm:pt modelId="{6B7984EE-C72F-4DE3-8C3F-BA12C6C00F76}" type="parTrans" cxnId="{D4266D1B-2ECB-4EC9-B9DD-2CADD7C2AC2D}">
      <dgm:prSet/>
      <dgm:spPr/>
      <dgm:t>
        <a:bodyPr/>
        <a:lstStyle/>
        <a:p>
          <a:endParaRPr lang="en-IN"/>
        </a:p>
      </dgm:t>
    </dgm:pt>
    <dgm:pt modelId="{03440BA3-B3A4-4B58-AF4D-721EA59555AF}" type="sibTrans" cxnId="{D4266D1B-2ECB-4EC9-B9DD-2CADD7C2AC2D}">
      <dgm:prSet/>
      <dgm:spPr/>
      <dgm:t>
        <a:bodyPr/>
        <a:lstStyle/>
        <a:p>
          <a:endParaRPr lang="en-IN"/>
        </a:p>
      </dgm:t>
    </dgm:pt>
    <dgm:pt modelId="{A1B6F4BB-8189-4E18-AAD9-A99554A0DD32}">
      <dgm:prSet phldrT="[Text]"/>
      <dgm:spPr/>
      <dgm:t>
        <a:bodyPr/>
        <a:lstStyle/>
        <a:p>
          <a:r>
            <a:rPr lang="en-IN" dirty="0" smtClean="0"/>
            <a:t>Configuration and Customization</a:t>
          </a:r>
          <a:endParaRPr lang="en-IN" dirty="0"/>
        </a:p>
      </dgm:t>
    </dgm:pt>
    <dgm:pt modelId="{E4CFB494-E749-425C-B61E-ECAD0111B9C3}" type="parTrans" cxnId="{0AB94790-323B-41AF-ACBE-A3223D494C32}">
      <dgm:prSet/>
      <dgm:spPr/>
      <dgm:t>
        <a:bodyPr/>
        <a:lstStyle/>
        <a:p>
          <a:endParaRPr lang="en-IN"/>
        </a:p>
      </dgm:t>
    </dgm:pt>
    <dgm:pt modelId="{468F12DB-40CD-47EE-B34F-FA18A7489357}" type="sibTrans" cxnId="{0AB94790-323B-41AF-ACBE-A3223D494C32}">
      <dgm:prSet/>
      <dgm:spPr/>
      <dgm:t>
        <a:bodyPr/>
        <a:lstStyle/>
        <a:p>
          <a:endParaRPr lang="en-IN"/>
        </a:p>
      </dgm:t>
    </dgm:pt>
    <dgm:pt modelId="{D9718315-063D-46B3-B964-A0ED40C6D7DC}">
      <dgm:prSet phldrT="[Text]"/>
      <dgm:spPr/>
      <dgm:t>
        <a:bodyPr/>
        <a:lstStyle/>
        <a:p>
          <a:r>
            <a:rPr lang="en-IN" dirty="0" smtClean="0"/>
            <a:t>Data Migration / API Integration (if any)</a:t>
          </a:r>
          <a:endParaRPr lang="en-IN" dirty="0"/>
        </a:p>
      </dgm:t>
    </dgm:pt>
    <dgm:pt modelId="{F1868C1C-A94A-471C-8EF6-D264286FACBA}" type="parTrans" cxnId="{0DA921D1-3AD6-4B43-A1F0-F6C012F9198B}">
      <dgm:prSet/>
      <dgm:spPr/>
      <dgm:t>
        <a:bodyPr/>
        <a:lstStyle/>
        <a:p>
          <a:endParaRPr lang="en-IN"/>
        </a:p>
      </dgm:t>
    </dgm:pt>
    <dgm:pt modelId="{48008AD2-E548-4660-ACDA-BBF59DD605B0}" type="sibTrans" cxnId="{0DA921D1-3AD6-4B43-A1F0-F6C012F9198B}">
      <dgm:prSet/>
      <dgm:spPr/>
      <dgm:t>
        <a:bodyPr/>
        <a:lstStyle/>
        <a:p>
          <a:endParaRPr lang="en-IN"/>
        </a:p>
      </dgm:t>
    </dgm:pt>
    <dgm:pt modelId="{2E627B92-2905-4624-B3F2-8A330F02668B}">
      <dgm:prSet phldrT="[Text]"/>
      <dgm:spPr/>
      <dgm:t>
        <a:bodyPr/>
        <a:lstStyle/>
        <a:p>
          <a:r>
            <a:rPr lang="en-IN" dirty="0" smtClean="0"/>
            <a:t>Training </a:t>
          </a:r>
          <a:r>
            <a:rPr lang="en-IN" dirty="0" err="1" smtClean="0"/>
            <a:t>Onboarding</a:t>
          </a:r>
          <a:endParaRPr lang="en-IN" dirty="0" smtClean="0"/>
        </a:p>
      </dgm:t>
    </dgm:pt>
    <dgm:pt modelId="{2002D771-761E-4DD7-8BDF-1AFDF7F06784}" type="parTrans" cxnId="{2E21029F-7D65-4C21-BC71-B7F73F1223C1}">
      <dgm:prSet/>
      <dgm:spPr/>
      <dgm:t>
        <a:bodyPr/>
        <a:lstStyle/>
        <a:p>
          <a:endParaRPr lang="en-IN"/>
        </a:p>
      </dgm:t>
    </dgm:pt>
    <dgm:pt modelId="{DAF9C636-4EBD-4EF1-964B-5C797B96925E}" type="sibTrans" cxnId="{2E21029F-7D65-4C21-BC71-B7F73F1223C1}">
      <dgm:prSet/>
      <dgm:spPr/>
      <dgm:t>
        <a:bodyPr/>
        <a:lstStyle/>
        <a:p>
          <a:endParaRPr lang="en-IN"/>
        </a:p>
      </dgm:t>
    </dgm:pt>
    <dgm:pt modelId="{26936837-08E0-4B1D-A124-BFD7DB3277C3}">
      <dgm:prSet phldrT="[Text]"/>
      <dgm:spPr/>
      <dgm:t>
        <a:bodyPr/>
        <a:lstStyle/>
        <a:p>
          <a:r>
            <a:rPr lang="en-IN" dirty="0" smtClean="0"/>
            <a:t>Go-Live &amp;</a:t>
          </a:r>
        </a:p>
        <a:p>
          <a:r>
            <a:rPr lang="en-IN" dirty="0" smtClean="0"/>
            <a:t>Ongoing Support </a:t>
          </a:r>
          <a:endParaRPr lang="en-IN" dirty="0"/>
        </a:p>
      </dgm:t>
    </dgm:pt>
    <dgm:pt modelId="{4699E190-7680-4364-9311-7663F03AB310}" type="parTrans" cxnId="{D2AFE99C-6EF8-4B58-A372-D7C650EBB73C}">
      <dgm:prSet/>
      <dgm:spPr/>
      <dgm:t>
        <a:bodyPr/>
        <a:lstStyle/>
        <a:p>
          <a:endParaRPr lang="en-IN"/>
        </a:p>
      </dgm:t>
    </dgm:pt>
    <dgm:pt modelId="{2F95EFF1-BD1F-4F75-BB54-AAA3CE341107}" type="sibTrans" cxnId="{D2AFE99C-6EF8-4B58-A372-D7C650EBB73C}">
      <dgm:prSet/>
      <dgm:spPr/>
      <dgm:t>
        <a:bodyPr/>
        <a:lstStyle/>
        <a:p>
          <a:endParaRPr lang="en-IN"/>
        </a:p>
      </dgm:t>
    </dgm:pt>
    <dgm:pt modelId="{CBA18B27-4055-4C76-80E3-F3F59711D73B}" type="pres">
      <dgm:prSet presAssocID="{3853F466-3C9F-49CF-8777-FF9F82826B0F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IN"/>
        </a:p>
      </dgm:t>
    </dgm:pt>
    <dgm:pt modelId="{CE2581A7-9799-4448-84EE-4D363B2886BB}" type="pres">
      <dgm:prSet presAssocID="{9A6815EC-E715-460B-8C5C-F77E19A9BD13}" presName="compNode" presStyleCnt="0"/>
      <dgm:spPr/>
    </dgm:pt>
    <dgm:pt modelId="{8CA3E91F-BBC8-4341-A3D0-BD8584474ED7}" type="pres">
      <dgm:prSet presAssocID="{9A6815EC-E715-460B-8C5C-F77E19A9BD13}" presName="dummyConnPt" presStyleCnt="0"/>
      <dgm:spPr/>
    </dgm:pt>
    <dgm:pt modelId="{F9175EFC-8353-47BE-8580-37487D881781}" type="pres">
      <dgm:prSet presAssocID="{9A6815EC-E715-460B-8C5C-F77E19A9BD13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9E26919-7F57-49E8-BB09-95C3786BE793}" type="pres">
      <dgm:prSet presAssocID="{7FF5ED56-A7E8-4789-B573-7C0F32C8485E}" presName="sibTrans" presStyleLbl="bgSibTrans2D1" presStyleIdx="0" presStyleCnt="8"/>
      <dgm:spPr/>
      <dgm:t>
        <a:bodyPr/>
        <a:lstStyle/>
        <a:p>
          <a:endParaRPr lang="en-IN"/>
        </a:p>
      </dgm:t>
    </dgm:pt>
    <dgm:pt modelId="{AB0CDEBC-3A48-456B-996D-BB02D56C05B0}" type="pres">
      <dgm:prSet presAssocID="{FF413717-5C25-41D6-8B24-964A0FC4B971}" presName="compNode" presStyleCnt="0"/>
      <dgm:spPr/>
    </dgm:pt>
    <dgm:pt modelId="{83C0E842-537D-4027-9A0A-11A718E6AFF2}" type="pres">
      <dgm:prSet presAssocID="{FF413717-5C25-41D6-8B24-964A0FC4B971}" presName="dummyConnPt" presStyleCnt="0"/>
      <dgm:spPr/>
    </dgm:pt>
    <dgm:pt modelId="{B8A623D2-75A6-4923-8B26-D4144F7BB254}" type="pres">
      <dgm:prSet presAssocID="{FF413717-5C25-41D6-8B24-964A0FC4B971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FD0C9B0-5D37-4B3C-B21D-2C354C91AC4C}" type="pres">
      <dgm:prSet presAssocID="{0E46508E-4590-4F86-BFF1-8A606823E233}" presName="sibTrans" presStyleLbl="bgSibTrans2D1" presStyleIdx="1" presStyleCnt="8"/>
      <dgm:spPr/>
      <dgm:t>
        <a:bodyPr/>
        <a:lstStyle/>
        <a:p>
          <a:endParaRPr lang="en-IN"/>
        </a:p>
      </dgm:t>
    </dgm:pt>
    <dgm:pt modelId="{C4FB50CD-4E2C-4970-B42E-A8EB919A8662}" type="pres">
      <dgm:prSet presAssocID="{91233E58-AA1D-4CE2-A74F-CD919E1CB20D}" presName="compNode" presStyleCnt="0"/>
      <dgm:spPr/>
    </dgm:pt>
    <dgm:pt modelId="{913279E3-F373-4B60-B726-FA51CE8E32B8}" type="pres">
      <dgm:prSet presAssocID="{91233E58-AA1D-4CE2-A74F-CD919E1CB20D}" presName="dummyConnPt" presStyleCnt="0"/>
      <dgm:spPr/>
    </dgm:pt>
    <dgm:pt modelId="{B878AFAF-0FA7-4B5D-BBC6-10A475FF385B}" type="pres">
      <dgm:prSet presAssocID="{91233E58-AA1D-4CE2-A74F-CD919E1CB20D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21F3007-DB8B-4AE8-9E26-BA2A4BEA08E9}" type="pres">
      <dgm:prSet presAssocID="{F61A2023-1AD8-41F0-ACB7-00B7B8A6AAA1}" presName="sibTrans" presStyleLbl="bgSibTrans2D1" presStyleIdx="2" presStyleCnt="8"/>
      <dgm:spPr/>
      <dgm:t>
        <a:bodyPr/>
        <a:lstStyle/>
        <a:p>
          <a:endParaRPr lang="en-IN"/>
        </a:p>
      </dgm:t>
    </dgm:pt>
    <dgm:pt modelId="{E0618B98-127A-4D84-A53B-069CED77EDFC}" type="pres">
      <dgm:prSet presAssocID="{DC54821A-B33E-4BF5-83D8-F4FF61AAD935}" presName="compNode" presStyleCnt="0"/>
      <dgm:spPr/>
    </dgm:pt>
    <dgm:pt modelId="{385B657A-F383-4A5C-97C2-71273639266E}" type="pres">
      <dgm:prSet presAssocID="{DC54821A-B33E-4BF5-83D8-F4FF61AAD935}" presName="dummyConnPt" presStyleCnt="0"/>
      <dgm:spPr/>
    </dgm:pt>
    <dgm:pt modelId="{D7AF1FC9-C664-48E1-88BB-EC445F77B10B}" type="pres">
      <dgm:prSet presAssocID="{DC54821A-B33E-4BF5-83D8-F4FF61AAD935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801289-E4FD-4ECE-8338-04E5EEBAF7D3}" type="pres">
      <dgm:prSet presAssocID="{A1AB2372-D8BD-4638-9C96-3C4C30FBFA93}" presName="sibTrans" presStyleLbl="bgSibTrans2D1" presStyleIdx="3" presStyleCnt="8"/>
      <dgm:spPr/>
      <dgm:t>
        <a:bodyPr/>
        <a:lstStyle/>
        <a:p>
          <a:endParaRPr lang="en-IN"/>
        </a:p>
      </dgm:t>
    </dgm:pt>
    <dgm:pt modelId="{D3524300-81EA-41AA-B9CE-756263A7D3F3}" type="pres">
      <dgm:prSet presAssocID="{2A335DB8-BB93-43EE-AC6D-1B75801C35BD}" presName="compNode" presStyleCnt="0"/>
      <dgm:spPr/>
    </dgm:pt>
    <dgm:pt modelId="{42DC1671-C739-4A3B-9366-45C771AB0B4F}" type="pres">
      <dgm:prSet presAssocID="{2A335DB8-BB93-43EE-AC6D-1B75801C35BD}" presName="dummyConnPt" presStyleCnt="0"/>
      <dgm:spPr/>
    </dgm:pt>
    <dgm:pt modelId="{235CA9E4-0292-4CF2-AABB-22E0C7315278}" type="pres">
      <dgm:prSet presAssocID="{2A335DB8-BB93-43EE-AC6D-1B75801C35BD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52DECA3-3636-4D55-92CE-B43B85F0FECC}" type="pres">
      <dgm:prSet presAssocID="{03440BA3-B3A4-4B58-AF4D-721EA59555AF}" presName="sibTrans" presStyleLbl="bgSibTrans2D1" presStyleIdx="4" presStyleCnt="8"/>
      <dgm:spPr/>
      <dgm:t>
        <a:bodyPr/>
        <a:lstStyle/>
        <a:p>
          <a:endParaRPr lang="en-IN"/>
        </a:p>
      </dgm:t>
    </dgm:pt>
    <dgm:pt modelId="{AAE8D151-78DD-4F79-8474-6153755F8F96}" type="pres">
      <dgm:prSet presAssocID="{A1B6F4BB-8189-4E18-AAD9-A99554A0DD32}" presName="compNode" presStyleCnt="0"/>
      <dgm:spPr/>
    </dgm:pt>
    <dgm:pt modelId="{F96C5BF6-9E71-40E3-8810-E40926640362}" type="pres">
      <dgm:prSet presAssocID="{A1B6F4BB-8189-4E18-AAD9-A99554A0DD32}" presName="dummyConnPt" presStyleCnt="0"/>
      <dgm:spPr/>
    </dgm:pt>
    <dgm:pt modelId="{D3934E8C-F3BA-418A-8608-F668488FEDC5}" type="pres">
      <dgm:prSet presAssocID="{A1B6F4BB-8189-4E18-AAD9-A99554A0DD32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37FBC72-BBD9-411B-990C-2D9F464BFB8D}" type="pres">
      <dgm:prSet presAssocID="{468F12DB-40CD-47EE-B34F-FA18A7489357}" presName="sibTrans" presStyleLbl="bgSibTrans2D1" presStyleIdx="5" presStyleCnt="8"/>
      <dgm:spPr/>
      <dgm:t>
        <a:bodyPr/>
        <a:lstStyle/>
        <a:p>
          <a:endParaRPr lang="en-IN"/>
        </a:p>
      </dgm:t>
    </dgm:pt>
    <dgm:pt modelId="{19C004EE-0093-4340-AD44-272D3137D252}" type="pres">
      <dgm:prSet presAssocID="{D9718315-063D-46B3-B964-A0ED40C6D7DC}" presName="compNode" presStyleCnt="0"/>
      <dgm:spPr/>
    </dgm:pt>
    <dgm:pt modelId="{339EBD1C-87FA-43BA-9576-29E57992C4B6}" type="pres">
      <dgm:prSet presAssocID="{D9718315-063D-46B3-B964-A0ED40C6D7DC}" presName="dummyConnPt" presStyleCnt="0"/>
      <dgm:spPr/>
    </dgm:pt>
    <dgm:pt modelId="{D12F2EF9-DC16-4B2E-A028-1749480221B5}" type="pres">
      <dgm:prSet presAssocID="{D9718315-063D-46B3-B964-A0ED40C6D7DC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8EB879-3168-4AB2-811F-64109D21410B}" type="pres">
      <dgm:prSet presAssocID="{48008AD2-E548-4660-ACDA-BBF59DD605B0}" presName="sibTrans" presStyleLbl="bgSibTrans2D1" presStyleIdx="6" presStyleCnt="8"/>
      <dgm:spPr/>
      <dgm:t>
        <a:bodyPr/>
        <a:lstStyle/>
        <a:p>
          <a:endParaRPr lang="en-IN"/>
        </a:p>
      </dgm:t>
    </dgm:pt>
    <dgm:pt modelId="{56E2DE88-4F74-4F43-980B-D5D9DD2E9ED1}" type="pres">
      <dgm:prSet presAssocID="{2E627B92-2905-4624-B3F2-8A330F02668B}" presName="compNode" presStyleCnt="0"/>
      <dgm:spPr/>
    </dgm:pt>
    <dgm:pt modelId="{0ED62358-001C-448C-B413-03D47AFEBC76}" type="pres">
      <dgm:prSet presAssocID="{2E627B92-2905-4624-B3F2-8A330F02668B}" presName="dummyConnPt" presStyleCnt="0"/>
      <dgm:spPr/>
    </dgm:pt>
    <dgm:pt modelId="{63D3BE02-F372-4567-A97F-68A1F2E16F63}" type="pres">
      <dgm:prSet presAssocID="{2E627B92-2905-4624-B3F2-8A330F02668B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1DB945-5F5B-4627-8640-F994D3D8DD3B}" type="pres">
      <dgm:prSet presAssocID="{DAF9C636-4EBD-4EF1-964B-5C797B96925E}" presName="sibTrans" presStyleLbl="bgSibTrans2D1" presStyleIdx="7" presStyleCnt="8"/>
      <dgm:spPr/>
      <dgm:t>
        <a:bodyPr/>
        <a:lstStyle/>
        <a:p>
          <a:endParaRPr lang="en-IN"/>
        </a:p>
      </dgm:t>
    </dgm:pt>
    <dgm:pt modelId="{E224067D-685B-488A-8DC5-281ED4ECA471}" type="pres">
      <dgm:prSet presAssocID="{26936837-08E0-4B1D-A124-BFD7DB3277C3}" presName="compNode" presStyleCnt="0"/>
      <dgm:spPr/>
    </dgm:pt>
    <dgm:pt modelId="{D17B1EF3-FF86-49A1-BB65-55F5306508FB}" type="pres">
      <dgm:prSet presAssocID="{26936837-08E0-4B1D-A124-BFD7DB3277C3}" presName="dummyConnPt" presStyleCnt="0"/>
      <dgm:spPr/>
    </dgm:pt>
    <dgm:pt modelId="{E4D03853-3DD9-4447-A039-5B2AAE2E1786}" type="pres">
      <dgm:prSet presAssocID="{26936837-08E0-4B1D-A124-BFD7DB3277C3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28A4737-3E69-40F4-A61B-2837CE2D3885}" type="presOf" srcId="{2A335DB8-BB93-43EE-AC6D-1B75801C35BD}" destId="{235CA9E4-0292-4CF2-AABB-22E0C7315278}" srcOrd="0" destOrd="0" presId="urn:microsoft.com/office/officeart/2005/8/layout/bProcess4"/>
    <dgm:cxn modelId="{9B84E0BF-9F52-4E6B-A627-3A58E1EB477A}" type="presOf" srcId="{A1AB2372-D8BD-4638-9C96-3C4C30FBFA93}" destId="{C3801289-E4FD-4ECE-8338-04E5EEBAF7D3}" srcOrd="0" destOrd="0" presId="urn:microsoft.com/office/officeart/2005/8/layout/bProcess4"/>
    <dgm:cxn modelId="{65D463B9-0320-4183-A193-CA4415D41F6F}" type="presOf" srcId="{9A6815EC-E715-460B-8C5C-F77E19A9BD13}" destId="{F9175EFC-8353-47BE-8580-37487D881781}" srcOrd="0" destOrd="0" presId="urn:microsoft.com/office/officeart/2005/8/layout/bProcess4"/>
    <dgm:cxn modelId="{54AD248A-33A8-4F7E-BB63-674B964BE5DF}" type="presOf" srcId="{26936837-08E0-4B1D-A124-BFD7DB3277C3}" destId="{E4D03853-3DD9-4447-A039-5B2AAE2E1786}" srcOrd="0" destOrd="0" presId="urn:microsoft.com/office/officeart/2005/8/layout/bProcess4"/>
    <dgm:cxn modelId="{FF2B2ED8-BA2A-4512-BB11-D32A81651213}" type="presOf" srcId="{F61A2023-1AD8-41F0-ACB7-00B7B8A6AAA1}" destId="{821F3007-DB8B-4AE8-9E26-BA2A4BEA08E9}" srcOrd="0" destOrd="0" presId="urn:microsoft.com/office/officeart/2005/8/layout/bProcess4"/>
    <dgm:cxn modelId="{2E21029F-7D65-4C21-BC71-B7F73F1223C1}" srcId="{3853F466-3C9F-49CF-8777-FF9F82826B0F}" destId="{2E627B92-2905-4624-B3F2-8A330F02668B}" srcOrd="7" destOrd="0" parTransId="{2002D771-761E-4DD7-8BDF-1AFDF7F06784}" sibTransId="{DAF9C636-4EBD-4EF1-964B-5C797B96925E}"/>
    <dgm:cxn modelId="{14580B98-2694-40DE-BCA6-CF17DACAFA92}" type="presOf" srcId="{91233E58-AA1D-4CE2-A74F-CD919E1CB20D}" destId="{B878AFAF-0FA7-4B5D-BBC6-10A475FF385B}" srcOrd="0" destOrd="0" presId="urn:microsoft.com/office/officeart/2005/8/layout/bProcess4"/>
    <dgm:cxn modelId="{AB752B2C-5E24-4A46-84EB-C9592065B12D}" type="presOf" srcId="{FF413717-5C25-41D6-8B24-964A0FC4B971}" destId="{B8A623D2-75A6-4923-8B26-D4144F7BB254}" srcOrd="0" destOrd="0" presId="urn:microsoft.com/office/officeart/2005/8/layout/bProcess4"/>
    <dgm:cxn modelId="{C6E6DAE5-22FD-4F2E-B0E1-DC8D207EFB31}" type="presOf" srcId="{A1B6F4BB-8189-4E18-AAD9-A99554A0DD32}" destId="{D3934E8C-F3BA-418A-8608-F668488FEDC5}" srcOrd="0" destOrd="0" presId="urn:microsoft.com/office/officeart/2005/8/layout/bProcess4"/>
    <dgm:cxn modelId="{2B8809B5-EBF7-4040-B77C-94604B72537A}" type="presOf" srcId="{7FF5ED56-A7E8-4789-B573-7C0F32C8485E}" destId="{19E26919-7F57-49E8-BB09-95C3786BE793}" srcOrd="0" destOrd="0" presId="urn:microsoft.com/office/officeart/2005/8/layout/bProcess4"/>
    <dgm:cxn modelId="{801C9423-3CD6-4DF1-857C-16AF76943A32}" type="presOf" srcId="{DC54821A-B33E-4BF5-83D8-F4FF61AAD935}" destId="{D7AF1FC9-C664-48E1-88BB-EC445F77B10B}" srcOrd="0" destOrd="0" presId="urn:microsoft.com/office/officeart/2005/8/layout/bProcess4"/>
    <dgm:cxn modelId="{6B63122E-00B4-41CF-8F39-669645B9F47D}" type="presOf" srcId="{DAF9C636-4EBD-4EF1-964B-5C797B96925E}" destId="{A31DB945-5F5B-4627-8640-F994D3D8DD3B}" srcOrd="0" destOrd="0" presId="urn:microsoft.com/office/officeart/2005/8/layout/bProcess4"/>
    <dgm:cxn modelId="{1641A52B-DCC0-4C93-B014-C94FA1D0594F}" type="presOf" srcId="{D9718315-063D-46B3-B964-A0ED40C6D7DC}" destId="{D12F2EF9-DC16-4B2E-A028-1749480221B5}" srcOrd="0" destOrd="0" presId="urn:microsoft.com/office/officeart/2005/8/layout/bProcess4"/>
    <dgm:cxn modelId="{50240720-6385-4C5F-8E8E-2FBFA9F5F0D3}" type="presOf" srcId="{468F12DB-40CD-47EE-B34F-FA18A7489357}" destId="{037FBC72-BBD9-411B-990C-2D9F464BFB8D}" srcOrd="0" destOrd="0" presId="urn:microsoft.com/office/officeart/2005/8/layout/bProcess4"/>
    <dgm:cxn modelId="{38CC5D3F-D4D1-4F38-B8B2-7105880EB066}" srcId="{3853F466-3C9F-49CF-8777-FF9F82826B0F}" destId="{9A6815EC-E715-460B-8C5C-F77E19A9BD13}" srcOrd="0" destOrd="0" parTransId="{019990DA-E093-4D29-B4C9-645137C6DFDD}" sibTransId="{7FF5ED56-A7E8-4789-B573-7C0F32C8485E}"/>
    <dgm:cxn modelId="{D2AFE99C-6EF8-4B58-A372-D7C650EBB73C}" srcId="{3853F466-3C9F-49CF-8777-FF9F82826B0F}" destId="{26936837-08E0-4B1D-A124-BFD7DB3277C3}" srcOrd="8" destOrd="0" parTransId="{4699E190-7680-4364-9311-7663F03AB310}" sibTransId="{2F95EFF1-BD1F-4F75-BB54-AAA3CE341107}"/>
    <dgm:cxn modelId="{BF3444BC-366A-401F-A46D-2368F59EB9B3}" srcId="{3853F466-3C9F-49CF-8777-FF9F82826B0F}" destId="{FF413717-5C25-41D6-8B24-964A0FC4B971}" srcOrd="1" destOrd="0" parTransId="{F550ABF0-876E-4881-8196-40BE42E20CAE}" sibTransId="{0E46508E-4590-4F86-BFF1-8A606823E233}"/>
    <dgm:cxn modelId="{0AB94790-323B-41AF-ACBE-A3223D494C32}" srcId="{3853F466-3C9F-49CF-8777-FF9F82826B0F}" destId="{A1B6F4BB-8189-4E18-AAD9-A99554A0DD32}" srcOrd="5" destOrd="0" parTransId="{E4CFB494-E749-425C-B61E-ECAD0111B9C3}" sibTransId="{468F12DB-40CD-47EE-B34F-FA18A7489357}"/>
    <dgm:cxn modelId="{0DA921D1-3AD6-4B43-A1F0-F6C012F9198B}" srcId="{3853F466-3C9F-49CF-8777-FF9F82826B0F}" destId="{D9718315-063D-46B3-B964-A0ED40C6D7DC}" srcOrd="6" destOrd="0" parTransId="{F1868C1C-A94A-471C-8EF6-D264286FACBA}" sibTransId="{48008AD2-E548-4660-ACDA-BBF59DD605B0}"/>
    <dgm:cxn modelId="{1C8FC183-7B07-4C43-BCDD-AB0B0C73D58F}" type="presOf" srcId="{3853F466-3C9F-49CF-8777-FF9F82826B0F}" destId="{CBA18B27-4055-4C76-80E3-F3F59711D73B}" srcOrd="0" destOrd="0" presId="urn:microsoft.com/office/officeart/2005/8/layout/bProcess4"/>
    <dgm:cxn modelId="{D4266D1B-2ECB-4EC9-B9DD-2CADD7C2AC2D}" srcId="{3853F466-3C9F-49CF-8777-FF9F82826B0F}" destId="{2A335DB8-BB93-43EE-AC6D-1B75801C35BD}" srcOrd="4" destOrd="0" parTransId="{6B7984EE-C72F-4DE3-8C3F-BA12C6C00F76}" sibTransId="{03440BA3-B3A4-4B58-AF4D-721EA59555AF}"/>
    <dgm:cxn modelId="{47AC3086-EB72-4894-8EC3-4D679D0B8D76}" type="presOf" srcId="{03440BA3-B3A4-4B58-AF4D-721EA59555AF}" destId="{E52DECA3-3636-4D55-92CE-B43B85F0FECC}" srcOrd="0" destOrd="0" presId="urn:microsoft.com/office/officeart/2005/8/layout/bProcess4"/>
    <dgm:cxn modelId="{7EED53A8-7DB4-4D23-90FA-84B95ADE03E6}" srcId="{3853F466-3C9F-49CF-8777-FF9F82826B0F}" destId="{91233E58-AA1D-4CE2-A74F-CD919E1CB20D}" srcOrd="2" destOrd="0" parTransId="{D29CD31D-E089-4C47-A8E1-54B1FF878D66}" sibTransId="{F61A2023-1AD8-41F0-ACB7-00B7B8A6AAA1}"/>
    <dgm:cxn modelId="{34656824-391B-48A3-9B08-604C54498727}" type="presOf" srcId="{48008AD2-E548-4660-ACDA-BBF59DD605B0}" destId="{D58EB879-3168-4AB2-811F-64109D21410B}" srcOrd="0" destOrd="0" presId="urn:microsoft.com/office/officeart/2005/8/layout/bProcess4"/>
    <dgm:cxn modelId="{9E4F560C-09A1-48E5-B3A0-12CB01406AED}" type="presOf" srcId="{0E46508E-4590-4F86-BFF1-8A606823E233}" destId="{5FD0C9B0-5D37-4B3C-B21D-2C354C91AC4C}" srcOrd="0" destOrd="0" presId="urn:microsoft.com/office/officeart/2005/8/layout/bProcess4"/>
    <dgm:cxn modelId="{C5A2CC23-7E91-4A8F-B935-97131BB8A030}" type="presOf" srcId="{2E627B92-2905-4624-B3F2-8A330F02668B}" destId="{63D3BE02-F372-4567-A97F-68A1F2E16F63}" srcOrd="0" destOrd="0" presId="urn:microsoft.com/office/officeart/2005/8/layout/bProcess4"/>
    <dgm:cxn modelId="{93776633-4041-4645-84E6-EA0982FA58B0}" srcId="{3853F466-3C9F-49CF-8777-FF9F82826B0F}" destId="{DC54821A-B33E-4BF5-83D8-F4FF61AAD935}" srcOrd="3" destOrd="0" parTransId="{9ABFD7DD-22DD-4075-ACD9-64A84B95BF24}" sibTransId="{A1AB2372-D8BD-4638-9C96-3C4C30FBFA93}"/>
    <dgm:cxn modelId="{64282964-52A2-4738-A1E8-98AA2F7EBC7F}" type="presParOf" srcId="{CBA18B27-4055-4C76-80E3-F3F59711D73B}" destId="{CE2581A7-9799-4448-84EE-4D363B2886BB}" srcOrd="0" destOrd="0" presId="urn:microsoft.com/office/officeart/2005/8/layout/bProcess4"/>
    <dgm:cxn modelId="{D64FE3FD-8CBF-4C0B-9C36-E6A362722921}" type="presParOf" srcId="{CE2581A7-9799-4448-84EE-4D363B2886BB}" destId="{8CA3E91F-BBC8-4341-A3D0-BD8584474ED7}" srcOrd="0" destOrd="0" presId="urn:microsoft.com/office/officeart/2005/8/layout/bProcess4"/>
    <dgm:cxn modelId="{CB90DBEA-A811-4206-A656-CD8E6376D61B}" type="presParOf" srcId="{CE2581A7-9799-4448-84EE-4D363B2886BB}" destId="{F9175EFC-8353-47BE-8580-37487D881781}" srcOrd="1" destOrd="0" presId="urn:microsoft.com/office/officeart/2005/8/layout/bProcess4"/>
    <dgm:cxn modelId="{76C352E3-C4E9-48EF-9A46-89C50DD3019C}" type="presParOf" srcId="{CBA18B27-4055-4C76-80E3-F3F59711D73B}" destId="{19E26919-7F57-49E8-BB09-95C3786BE793}" srcOrd="1" destOrd="0" presId="urn:microsoft.com/office/officeart/2005/8/layout/bProcess4"/>
    <dgm:cxn modelId="{FAD9E151-FA3D-47E5-A7A6-C4E42A345819}" type="presParOf" srcId="{CBA18B27-4055-4C76-80E3-F3F59711D73B}" destId="{AB0CDEBC-3A48-456B-996D-BB02D56C05B0}" srcOrd="2" destOrd="0" presId="urn:microsoft.com/office/officeart/2005/8/layout/bProcess4"/>
    <dgm:cxn modelId="{AFF661C9-C1F1-44A4-87E0-2043084ADEBE}" type="presParOf" srcId="{AB0CDEBC-3A48-456B-996D-BB02D56C05B0}" destId="{83C0E842-537D-4027-9A0A-11A718E6AFF2}" srcOrd="0" destOrd="0" presId="urn:microsoft.com/office/officeart/2005/8/layout/bProcess4"/>
    <dgm:cxn modelId="{A0391230-3733-41C3-AB93-6423B85095C2}" type="presParOf" srcId="{AB0CDEBC-3A48-456B-996D-BB02D56C05B0}" destId="{B8A623D2-75A6-4923-8B26-D4144F7BB254}" srcOrd="1" destOrd="0" presId="urn:microsoft.com/office/officeart/2005/8/layout/bProcess4"/>
    <dgm:cxn modelId="{18EE065B-5989-4599-8335-7939076D148E}" type="presParOf" srcId="{CBA18B27-4055-4C76-80E3-F3F59711D73B}" destId="{5FD0C9B0-5D37-4B3C-B21D-2C354C91AC4C}" srcOrd="3" destOrd="0" presId="urn:microsoft.com/office/officeart/2005/8/layout/bProcess4"/>
    <dgm:cxn modelId="{E0591C42-DBE3-422A-8195-3D4BA64FCFCE}" type="presParOf" srcId="{CBA18B27-4055-4C76-80E3-F3F59711D73B}" destId="{C4FB50CD-4E2C-4970-B42E-A8EB919A8662}" srcOrd="4" destOrd="0" presId="urn:microsoft.com/office/officeart/2005/8/layout/bProcess4"/>
    <dgm:cxn modelId="{91BB90EF-B184-48A4-ABCE-C633239AA963}" type="presParOf" srcId="{C4FB50CD-4E2C-4970-B42E-A8EB919A8662}" destId="{913279E3-F373-4B60-B726-FA51CE8E32B8}" srcOrd="0" destOrd="0" presId="urn:microsoft.com/office/officeart/2005/8/layout/bProcess4"/>
    <dgm:cxn modelId="{F73FFF2A-EDD2-4F3E-9576-FFCC2941CAF0}" type="presParOf" srcId="{C4FB50CD-4E2C-4970-B42E-A8EB919A8662}" destId="{B878AFAF-0FA7-4B5D-BBC6-10A475FF385B}" srcOrd="1" destOrd="0" presId="urn:microsoft.com/office/officeart/2005/8/layout/bProcess4"/>
    <dgm:cxn modelId="{40A44151-AFDE-453C-93D1-F3A24E5AAED1}" type="presParOf" srcId="{CBA18B27-4055-4C76-80E3-F3F59711D73B}" destId="{821F3007-DB8B-4AE8-9E26-BA2A4BEA08E9}" srcOrd="5" destOrd="0" presId="urn:microsoft.com/office/officeart/2005/8/layout/bProcess4"/>
    <dgm:cxn modelId="{8AAD34E0-92B7-484D-82D0-10EF285F51E0}" type="presParOf" srcId="{CBA18B27-4055-4C76-80E3-F3F59711D73B}" destId="{E0618B98-127A-4D84-A53B-069CED77EDFC}" srcOrd="6" destOrd="0" presId="urn:microsoft.com/office/officeart/2005/8/layout/bProcess4"/>
    <dgm:cxn modelId="{25293DD6-DB47-4559-8A6D-24277DCDA17E}" type="presParOf" srcId="{E0618B98-127A-4D84-A53B-069CED77EDFC}" destId="{385B657A-F383-4A5C-97C2-71273639266E}" srcOrd="0" destOrd="0" presId="urn:microsoft.com/office/officeart/2005/8/layout/bProcess4"/>
    <dgm:cxn modelId="{E6A28EC6-9A31-4DD4-839B-A870F7BC03C9}" type="presParOf" srcId="{E0618B98-127A-4D84-A53B-069CED77EDFC}" destId="{D7AF1FC9-C664-48E1-88BB-EC445F77B10B}" srcOrd="1" destOrd="0" presId="urn:microsoft.com/office/officeart/2005/8/layout/bProcess4"/>
    <dgm:cxn modelId="{428CB321-C85B-4474-8D42-5201AF70B299}" type="presParOf" srcId="{CBA18B27-4055-4C76-80E3-F3F59711D73B}" destId="{C3801289-E4FD-4ECE-8338-04E5EEBAF7D3}" srcOrd="7" destOrd="0" presId="urn:microsoft.com/office/officeart/2005/8/layout/bProcess4"/>
    <dgm:cxn modelId="{391F98D7-0054-4A24-A315-4DE16C2D186B}" type="presParOf" srcId="{CBA18B27-4055-4C76-80E3-F3F59711D73B}" destId="{D3524300-81EA-41AA-B9CE-756263A7D3F3}" srcOrd="8" destOrd="0" presId="urn:microsoft.com/office/officeart/2005/8/layout/bProcess4"/>
    <dgm:cxn modelId="{7FFB947C-1482-4DD7-9C36-A3E6F6FBF935}" type="presParOf" srcId="{D3524300-81EA-41AA-B9CE-756263A7D3F3}" destId="{42DC1671-C739-4A3B-9366-45C771AB0B4F}" srcOrd="0" destOrd="0" presId="urn:microsoft.com/office/officeart/2005/8/layout/bProcess4"/>
    <dgm:cxn modelId="{5D6D6EB7-106D-416E-8BE1-0DDBE21966DC}" type="presParOf" srcId="{D3524300-81EA-41AA-B9CE-756263A7D3F3}" destId="{235CA9E4-0292-4CF2-AABB-22E0C7315278}" srcOrd="1" destOrd="0" presId="urn:microsoft.com/office/officeart/2005/8/layout/bProcess4"/>
    <dgm:cxn modelId="{A760251F-7B8B-43C5-B02E-F30C078C8118}" type="presParOf" srcId="{CBA18B27-4055-4C76-80E3-F3F59711D73B}" destId="{E52DECA3-3636-4D55-92CE-B43B85F0FECC}" srcOrd="9" destOrd="0" presId="urn:microsoft.com/office/officeart/2005/8/layout/bProcess4"/>
    <dgm:cxn modelId="{C80D9847-BCBF-4EF6-87F7-14F581055310}" type="presParOf" srcId="{CBA18B27-4055-4C76-80E3-F3F59711D73B}" destId="{AAE8D151-78DD-4F79-8474-6153755F8F96}" srcOrd="10" destOrd="0" presId="urn:microsoft.com/office/officeart/2005/8/layout/bProcess4"/>
    <dgm:cxn modelId="{058D32C5-4D67-494C-B6DA-47A221DF7235}" type="presParOf" srcId="{AAE8D151-78DD-4F79-8474-6153755F8F96}" destId="{F96C5BF6-9E71-40E3-8810-E40926640362}" srcOrd="0" destOrd="0" presId="urn:microsoft.com/office/officeart/2005/8/layout/bProcess4"/>
    <dgm:cxn modelId="{A5C832AF-D319-4656-A2FB-E5FC817A5D8D}" type="presParOf" srcId="{AAE8D151-78DD-4F79-8474-6153755F8F96}" destId="{D3934E8C-F3BA-418A-8608-F668488FEDC5}" srcOrd="1" destOrd="0" presId="urn:microsoft.com/office/officeart/2005/8/layout/bProcess4"/>
    <dgm:cxn modelId="{0B9C2C2B-D6C0-41AB-97A1-96E2C1E336D1}" type="presParOf" srcId="{CBA18B27-4055-4C76-80E3-F3F59711D73B}" destId="{037FBC72-BBD9-411B-990C-2D9F464BFB8D}" srcOrd="11" destOrd="0" presId="urn:microsoft.com/office/officeart/2005/8/layout/bProcess4"/>
    <dgm:cxn modelId="{43D60833-7304-4A8A-8E53-DCD72F25E084}" type="presParOf" srcId="{CBA18B27-4055-4C76-80E3-F3F59711D73B}" destId="{19C004EE-0093-4340-AD44-272D3137D252}" srcOrd="12" destOrd="0" presId="urn:microsoft.com/office/officeart/2005/8/layout/bProcess4"/>
    <dgm:cxn modelId="{EC1E21F7-7F74-426B-ABC4-E36D3E6420F2}" type="presParOf" srcId="{19C004EE-0093-4340-AD44-272D3137D252}" destId="{339EBD1C-87FA-43BA-9576-29E57992C4B6}" srcOrd="0" destOrd="0" presId="urn:microsoft.com/office/officeart/2005/8/layout/bProcess4"/>
    <dgm:cxn modelId="{9C48BF92-DFD3-4AE3-8F48-5FC97C28F2A6}" type="presParOf" srcId="{19C004EE-0093-4340-AD44-272D3137D252}" destId="{D12F2EF9-DC16-4B2E-A028-1749480221B5}" srcOrd="1" destOrd="0" presId="urn:microsoft.com/office/officeart/2005/8/layout/bProcess4"/>
    <dgm:cxn modelId="{9EF06703-4D3E-4FB5-98E3-B9308E0BB606}" type="presParOf" srcId="{CBA18B27-4055-4C76-80E3-F3F59711D73B}" destId="{D58EB879-3168-4AB2-811F-64109D21410B}" srcOrd="13" destOrd="0" presId="urn:microsoft.com/office/officeart/2005/8/layout/bProcess4"/>
    <dgm:cxn modelId="{D2267F1E-B86B-45C2-813A-210CBAA08414}" type="presParOf" srcId="{CBA18B27-4055-4C76-80E3-F3F59711D73B}" destId="{56E2DE88-4F74-4F43-980B-D5D9DD2E9ED1}" srcOrd="14" destOrd="0" presId="urn:microsoft.com/office/officeart/2005/8/layout/bProcess4"/>
    <dgm:cxn modelId="{1BB6917C-3A43-4249-BA00-8A8B9463CA7F}" type="presParOf" srcId="{56E2DE88-4F74-4F43-980B-D5D9DD2E9ED1}" destId="{0ED62358-001C-448C-B413-03D47AFEBC76}" srcOrd="0" destOrd="0" presId="urn:microsoft.com/office/officeart/2005/8/layout/bProcess4"/>
    <dgm:cxn modelId="{11CA2DE3-1FFD-4964-8F04-6ECFE3BCC7E7}" type="presParOf" srcId="{56E2DE88-4F74-4F43-980B-D5D9DD2E9ED1}" destId="{63D3BE02-F372-4567-A97F-68A1F2E16F63}" srcOrd="1" destOrd="0" presId="urn:microsoft.com/office/officeart/2005/8/layout/bProcess4"/>
    <dgm:cxn modelId="{9A370881-A07A-4A34-90EF-D7ECF5847A21}" type="presParOf" srcId="{CBA18B27-4055-4C76-80E3-F3F59711D73B}" destId="{A31DB945-5F5B-4627-8640-F994D3D8DD3B}" srcOrd="15" destOrd="0" presId="urn:microsoft.com/office/officeart/2005/8/layout/bProcess4"/>
    <dgm:cxn modelId="{ED52FBDE-1954-4D51-A340-9BC15AF8C214}" type="presParOf" srcId="{CBA18B27-4055-4C76-80E3-F3F59711D73B}" destId="{E224067D-685B-488A-8DC5-281ED4ECA471}" srcOrd="16" destOrd="0" presId="urn:microsoft.com/office/officeart/2005/8/layout/bProcess4"/>
    <dgm:cxn modelId="{72F478D1-7171-4D5C-A6C5-BC6801E01FD4}" type="presParOf" srcId="{E224067D-685B-488A-8DC5-281ED4ECA471}" destId="{D17B1EF3-FF86-49A1-BB65-55F5306508FB}" srcOrd="0" destOrd="0" presId="urn:microsoft.com/office/officeart/2005/8/layout/bProcess4"/>
    <dgm:cxn modelId="{0A0E2EC2-05B3-4E2D-B03C-C20DFDEF515D}" type="presParOf" srcId="{E224067D-685B-488A-8DC5-281ED4ECA471}" destId="{E4D03853-3DD9-4447-A039-5B2AAE2E1786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53F466-3C9F-49CF-8777-FF9F82826B0F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A6815EC-E715-460B-8C5C-F77E19A9BD13}">
      <dgm:prSet phldrT="[Text]"/>
      <dgm:spPr/>
      <dgm:t>
        <a:bodyPr/>
        <a:lstStyle/>
        <a:p>
          <a:r>
            <a:rPr lang="en-IN" b="1" dirty="0" smtClean="0"/>
            <a:t>Customer:</a:t>
          </a:r>
          <a:r>
            <a:rPr lang="en-IN" dirty="0" smtClean="0"/>
            <a:t> Plan Selection and Order Placement</a:t>
          </a:r>
          <a:endParaRPr lang="en-IN" dirty="0"/>
        </a:p>
      </dgm:t>
    </dgm:pt>
    <dgm:pt modelId="{019990DA-E093-4D29-B4C9-645137C6DFDD}" type="parTrans" cxnId="{38CC5D3F-D4D1-4F38-B8B2-7105880EB066}">
      <dgm:prSet/>
      <dgm:spPr/>
      <dgm:t>
        <a:bodyPr/>
        <a:lstStyle/>
        <a:p>
          <a:endParaRPr lang="en-IN"/>
        </a:p>
      </dgm:t>
    </dgm:pt>
    <dgm:pt modelId="{7FF5ED56-A7E8-4789-B573-7C0F32C8485E}" type="sibTrans" cxnId="{38CC5D3F-D4D1-4F38-B8B2-7105880EB066}">
      <dgm:prSet/>
      <dgm:spPr/>
      <dgm:t>
        <a:bodyPr/>
        <a:lstStyle/>
        <a:p>
          <a:endParaRPr lang="en-IN"/>
        </a:p>
      </dgm:t>
    </dgm:pt>
    <dgm:pt modelId="{FF413717-5C25-41D6-8B24-964A0FC4B971}">
      <dgm:prSet phldrT="[Text]"/>
      <dgm:spPr/>
      <dgm:t>
        <a:bodyPr/>
        <a:lstStyle/>
        <a:p>
          <a:r>
            <a:rPr lang="en-IN" dirty="0" smtClean="0"/>
            <a:t>Customer Information and Billing Details</a:t>
          </a:r>
          <a:endParaRPr lang="en-IN" dirty="0"/>
        </a:p>
      </dgm:t>
    </dgm:pt>
    <dgm:pt modelId="{F550ABF0-876E-4881-8196-40BE42E20CAE}" type="parTrans" cxnId="{BF3444BC-366A-401F-A46D-2368F59EB9B3}">
      <dgm:prSet/>
      <dgm:spPr/>
      <dgm:t>
        <a:bodyPr/>
        <a:lstStyle/>
        <a:p>
          <a:endParaRPr lang="en-IN"/>
        </a:p>
      </dgm:t>
    </dgm:pt>
    <dgm:pt modelId="{0E46508E-4590-4F86-BFF1-8A606823E233}" type="sibTrans" cxnId="{BF3444BC-366A-401F-A46D-2368F59EB9B3}">
      <dgm:prSet/>
      <dgm:spPr/>
      <dgm:t>
        <a:bodyPr/>
        <a:lstStyle/>
        <a:p>
          <a:endParaRPr lang="en-IN"/>
        </a:p>
      </dgm:t>
    </dgm:pt>
    <dgm:pt modelId="{91233E58-AA1D-4CE2-A74F-CD919E1CB20D}">
      <dgm:prSet phldrT="[Text]"/>
      <dgm:spPr/>
      <dgm:t>
        <a:bodyPr/>
        <a:lstStyle/>
        <a:p>
          <a:r>
            <a:rPr lang="en-IN" dirty="0" smtClean="0"/>
            <a:t>Payment Processing</a:t>
          </a:r>
          <a:endParaRPr lang="en-IN" dirty="0"/>
        </a:p>
      </dgm:t>
    </dgm:pt>
    <dgm:pt modelId="{D29CD31D-E089-4C47-A8E1-54B1FF878D66}" type="parTrans" cxnId="{7EED53A8-7DB4-4D23-90FA-84B95ADE03E6}">
      <dgm:prSet/>
      <dgm:spPr/>
      <dgm:t>
        <a:bodyPr/>
        <a:lstStyle/>
        <a:p>
          <a:endParaRPr lang="en-IN"/>
        </a:p>
      </dgm:t>
    </dgm:pt>
    <dgm:pt modelId="{F61A2023-1AD8-41F0-ACB7-00B7B8A6AAA1}" type="sibTrans" cxnId="{7EED53A8-7DB4-4D23-90FA-84B95ADE03E6}">
      <dgm:prSet/>
      <dgm:spPr/>
      <dgm:t>
        <a:bodyPr/>
        <a:lstStyle/>
        <a:p>
          <a:endParaRPr lang="en-IN"/>
        </a:p>
      </dgm:t>
    </dgm:pt>
    <dgm:pt modelId="{DC54821A-B33E-4BF5-83D8-F4FF61AAD935}">
      <dgm:prSet phldrT="[Text]"/>
      <dgm:spPr/>
      <dgm:t>
        <a:bodyPr/>
        <a:lstStyle/>
        <a:p>
          <a:r>
            <a:rPr lang="en-IN" dirty="0" smtClean="0"/>
            <a:t>Order Confirmation</a:t>
          </a:r>
          <a:endParaRPr lang="en-IN" dirty="0"/>
        </a:p>
      </dgm:t>
    </dgm:pt>
    <dgm:pt modelId="{9ABFD7DD-22DD-4075-ACD9-64A84B95BF24}" type="parTrans" cxnId="{93776633-4041-4645-84E6-EA0982FA58B0}">
      <dgm:prSet/>
      <dgm:spPr/>
      <dgm:t>
        <a:bodyPr/>
        <a:lstStyle/>
        <a:p>
          <a:endParaRPr lang="en-IN"/>
        </a:p>
      </dgm:t>
    </dgm:pt>
    <dgm:pt modelId="{A1AB2372-D8BD-4638-9C96-3C4C30FBFA93}" type="sibTrans" cxnId="{93776633-4041-4645-84E6-EA0982FA58B0}">
      <dgm:prSet/>
      <dgm:spPr/>
      <dgm:t>
        <a:bodyPr/>
        <a:lstStyle/>
        <a:p>
          <a:endParaRPr lang="en-IN"/>
        </a:p>
      </dgm:t>
    </dgm:pt>
    <dgm:pt modelId="{2A335DB8-BB93-43EE-AC6D-1B75801C35BD}">
      <dgm:prSet phldrT="[Text]"/>
      <dgm:spPr/>
      <dgm:t>
        <a:bodyPr/>
        <a:lstStyle/>
        <a:p>
          <a:r>
            <a:rPr lang="en-IN" dirty="0" smtClean="0"/>
            <a:t>Account Creation or Activation </a:t>
          </a:r>
          <a:r>
            <a:rPr lang="en-IN" dirty="0" err="1" smtClean="0"/>
            <a:t>wrt</a:t>
          </a:r>
          <a:r>
            <a:rPr lang="en-IN" dirty="0" smtClean="0"/>
            <a:t> Plan</a:t>
          </a:r>
          <a:endParaRPr lang="en-IN" dirty="0"/>
        </a:p>
      </dgm:t>
    </dgm:pt>
    <dgm:pt modelId="{6B7984EE-C72F-4DE3-8C3F-BA12C6C00F76}" type="parTrans" cxnId="{D4266D1B-2ECB-4EC9-B9DD-2CADD7C2AC2D}">
      <dgm:prSet/>
      <dgm:spPr/>
      <dgm:t>
        <a:bodyPr/>
        <a:lstStyle/>
        <a:p>
          <a:endParaRPr lang="en-IN"/>
        </a:p>
      </dgm:t>
    </dgm:pt>
    <dgm:pt modelId="{03440BA3-B3A4-4B58-AF4D-721EA59555AF}" type="sibTrans" cxnId="{D4266D1B-2ECB-4EC9-B9DD-2CADD7C2AC2D}">
      <dgm:prSet/>
      <dgm:spPr/>
      <dgm:t>
        <a:bodyPr/>
        <a:lstStyle/>
        <a:p>
          <a:endParaRPr lang="en-IN"/>
        </a:p>
      </dgm:t>
    </dgm:pt>
    <dgm:pt modelId="{A1B6F4BB-8189-4E18-AAD9-A99554A0DD32}">
      <dgm:prSet phldrT="[Text]"/>
      <dgm:spPr/>
      <dgm:t>
        <a:bodyPr/>
        <a:lstStyle/>
        <a:p>
          <a:r>
            <a:rPr lang="en-IN" dirty="0" smtClean="0"/>
            <a:t>Invoice Generation &amp;</a:t>
          </a:r>
        </a:p>
        <a:p>
          <a:r>
            <a:rPr lang="en-US" dirty="0" smtClean="0"/>
            <a:t>Plan Commencement</a:t>
          </a:r>
          <a:endParaRPr lang="en-IN" dirty="0"/>
        </a:p>
      </dgm:t>
    </dgm:pt>
    <dgm:pt modelId="{E4CFB494-E749-425C-B61E-ECAD0111B9C3}" type="parTrans" cxnId="{0AB94790-323B-41AF-ACBE-A3223D494C32}">
      <dgm:prSet/>
      <dgm:spPr/>
      <dgm:t>
        <a:bodyPr/>
        <a:lstStyle/>
        <a:p>
          <a:endParaRPr lang="en-IN"/>
        </a:p>
      </dgm:t>
    </dgm:pt>
    <dgm:pt modelId="{468F12DB-40CD-47EE-B34F-FA18A7489357}" type="sibTrans" cxnId="{0AB94790-323B-41AF-ACBE-A3223D494C32}">
      <dgm:prSet/>
      <dgm:spPr/>
      <dgm:t>
        <a:bodyPr/>
        <a:lstStyle/>
        <a:p>
          <a:endParaRPr lang="en-IN"/>
        </a:p>
      </dgm:t>
    </dgm:pt>
    <dgm:pt modelId="{D9718315-063D-46B3-B964-A0ED40C6D7DC}">
      <dgm:prSet phldrT="[Text]"/>
      <dgm:spPr/>
      <dgm:t>
        <a:bodyPr/>
        <a:lstStyle/>
        <a:p>
          <a:r>
            <a:rPr lang="en-IN" dirty="0" smtClean="0"/>
            <a:t>Recurring Billing </a:t>
          </a:r>
          <a:endParaRPr lang="en-IN" dirty="0"/>
        </a:p>
      </dgm:t>
    </dgm:pt>
    <dgm:pt modelId="{F1868C1C-A94A-471C-8EF6-D264286FACBA}" type="parTrans" cxnId="{0DA921D1-3AD6-4B43-A1F0-F6C012F9198B}">
      <dgm:prSet/>
      <dgm:spPr/>
      <dgm:t>
        <a:bodyPr/>
        <a:lstStyle/>
        <a:p>
          <a:endParaRPr lang="en-IN"/>
        </a:p>
      </dgm:t>
    </dgm:pt>
    <dgm:pt modelId="{48008AD2-E548-4660-ACDA-BBF59DD605B0}" type="sibTrans" cxnId="{0DA921D1-3AD6-4B43-A1F0-F6C012F9198B}">
      <dgm:prSet/>
      <dgm:spPr/>
      <dgm:t>
        <a:bodyPr/>
        <a:lstStyle/>
        <a:p>
          <a:endParaRPr lang="en-IN"/>
        </a:p>
      </dgm:t>
    </dgm:pt>
    <dgm:pt modelId="{2E627B92-2905-4624-B3F2-8A330F02668B}">
      <dgm:prSet phldrT="[Text]"/>
      <dgm:spPr/>
      <dgm:t>
        <a:bodyPr/>
        <a:lstStyle/>
        <a:p>
          <a:r>
            <a:rPr lang="en-IN" b="1" dirty="0" smtClean="0"/>
            <a:t>Renewals and Reminders</a:t>
          </a:r>
          <a:endParaRPr lang="en-IN" dirty="0" smtClean="0"/>
        </a:p>
      </dgm:t>
    </dgm:pt>
    <dgm:pt modelId="{2002D771-761E-4DD7-8BDF-1AFDF7F06784}" type="parTrans" cxnId="{2E21029F-7D65-4C21-BC71-B7F73F1223C1}">
      <dgm:prSet/>
      <dgm:spPr/>
      <dgm:t>
        <a:bodyPr/>
        <a:lstStyle/>
        <a:p>
          <a:endParaRPr lang="en-IN"/>
        </a:p>
      </dgm:t>
    </dgm:pt>
    <dgm:pt modelId="{DAF9C636-4EBD-4EF1-964B-5C797B96925E}" type="sibTrans" cxnId="{2E21029F-7D65-4C21-BC71-B7F73F1223C1}">
      <dgm:prSet/>
      <dgm:spPr/>
      <dgm:t>
        <a:bodyPr/>
        <a:lstStyle/>
        <a:p>
          <a:endParaRPr lang="en-IN"/>
        </a:p>
      </dgm:t>
    </dgm:pt>
    <dgm:pt modelId="{26936837-08E0-4B1D-A124-BFD7DB3277C3}">
      <dgm:prSet phldrT="[Text]"/>
      <dgm:spPr/>
      <dgm:t>
        <a:bodyPr/>
        <a:lstStyle/>
        <a:p>
          <a:r>
            <a:rPr lang="en-IN" dirty="0" smtClean="0"/>
            <a:t>Upgrades or Downgrades &amp; Support </a:t>
          </a:r>
          <a:endParaRPr lang="en-IN" dirty="0"/>
        </a:p>
      </dgm:t>
    </dgm:pt>
    <dgm:pt modelId="{4699E190-7680-4364-9311-7663F03AB310}" type="parTrans" cxnId="{D2AFE99C-6EF8-4B58-A372-D7C650EBB73C}">
      <dgm:prSet/>
      <dgm:spPr/>
      <dgm:t>
        <a:bodyPr/>
        <a:lstStyle/>
        <a:p>
          <a:endParaRPr lang="en-IN"/>
        </a:p>
      </dgm:t>
    </dgm:pt>
    <dgm:pt modelId="{2F95EFF1-BD1F-4F75-BB54-AAA3CE341107}" type="sibTrans" cxnId="{D2AFE99C-6EF8-4B58-A372-D7C650EBB73C}">
      <dgm:prSet/>
      <dgm:spPr/>
      <dgm:t>
        <a:bodyPr/>
        <a:lstStyle/>
        <a:p>
          <a:endParaRPr lang="en-IN"/>
        </a:p>
      </dgm:t>
    </dgm:pt>
    <dgm:pt modelId="{CBA18B27-4055-4C76-80E3-F3F59711D73B}" type="pres">
      <dgm:prSet presAssocID="{3853F466-3C9F-49CF-8777-FF9F82826B0F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IN"/>
        </a:p>
      </dgm:t>
    </dgm:pt>
    <dgm:pt modelId="{CE2581A7-9799-4448-84EE-4D363B2886BB}" type="pres">
      <dgm:prSet presAssocID="{9A6815EC-E715-460B-8C5C-F77E19A9BD13}" presName="compNode" presStyleCnt="0"/>
      <dgm:spPr/>
    </dgm:pt>
    <dgm:pt modelId="{8CA3E91F-BBC8-4341-A3D0-BD8584474ED7}" type="pres">
      <dgm:prSet presAssocID="{9A6815EC-E715-460B-8C5C-F77E19A9BD13}" presName="dummyConnPt" presStyleCnt="0"/>
      <dgm:spPr/>
    </dgm:pt>
    <dgm:pt modelId="{F9175EFC-8353-47BE-8580-37487D881781}" type="pres">
      <dgm:prSet presAssocID="{9A6815EC-E715-460B-8C5C-F77E19A9BD13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9E26919-7F57-49E8-BB09-95C3786BE793}" type="pres">
      <dgm:prSet presAssocID="{7FF5ED56-A7E8-4789-B573-7C0F32C8485E}" presName="sibTrans" presStyleLbl="bgSibTrans2D1" presStyleIdx="0" presStyleCnt="8"/>
      <dgm:spPr/>
      <dgm:t>
        <a:bodyPr/>
        <a:lstStyle/>
        <a:p>
          <a:endParaRPr lang="en-IN"/>
        </a:p>
      </dgm:t>
    </dgm:pt>
    <dgm:pt modelId="{AB0CDEBC-3A48-456B-996D-BB02D56C05B0}" type="pres">
      <dgm:prSet presAssocID="{FF413717-5C25-41D6-8B24-964A0FC4B971}" presName="compNode" presStyleCnt="0"/>
      <dgm:spPr/>
    </dgm:pt>
    <dgm:pt modelId="{83C0E842-537D-4027-9A0A-11A718E6AFF2}" type="pres">
      <dgm:prSet presAssocID="{FF413717-5C25-41D6-8B24-964A0FC4B971}" presName="dummyConnPt" presStyleCnt="0"/>
      <dgm:spPr/>
    </dgm:pt>
    <dgm:pt modelId="{B8A623D2-75A6-4923-8B26-D4144F7BB254}" type="pres">
      <dgm:prSet presAssocID="{FF413717-5C25-41D6-8B24-964A0FC4B971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FD0C9B0-5D37-4B3C-B21D-2C354C91AC4C}" type="pres">
      <dgm:prSet presAssocID="{0E46508E-4590-4F86-BFF1-8A606823E233}" presName="sibTrans" presStyleLbl="bgSibTrans2D1" presStyleIdx="1" presStyleCnt="8"/>
      <dgm:spPr/>
      <dgm:t>
        <a:bodyPr/>
        <a:lstStyle/>
        <a:p>
          <a:endParaRPr lang="en-IN"/>
        </a:p>
      </dgm:t>
    </dgm:pt>
    <dgm:pt modelId="{C4FB50CD-4E2C-4970-B42E-A8EB919A8662}" type="pres">
      <dgm:prSet presAssocID="{91233E58-AA1D-4CE2-A74F-CD919E1CB20D}" presName="compNode" presStyleCnt="0"/>
      <dgm:spPr/>
    </dgm:pt>
    <dgm:pt modelId="{913279E3-F373-4B60-B726-FA51CE8E32B8}" type="pres">
      <dgm:prSet presAssocID="{91233E58-AA1D-4CE2-A74F-CD919E1CB20D}" presName="dummyConnPt" presStyleCnt="0"/>
      <dgm:spPr/>
    </dgm:pt>
    <dgm:pt modelId="{B878AFAF-0FA7-4B5D-BBC6-10A475FF385B}" type="pres">
      <dgm:prSet presAssocID="{91233E58-AA1D-4CE2-A74F-CD919E1CB20D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21F3007-DB8B-4AE8-9E26-BA2A4BEA08E9}" type="pres">
      <dgm:prSet presAssocID="{F61A2023-1AD8-41F0-ACB7-00B7B8A6AAA1}" presName="sibTrans" presStyleLbl="bgSibTrans2D1" presStyleIdx="2" presStyleCnt="8"/>
      <dgm:spPr/>
      <dgm:t>
        <a:bodyPr/>
        <a:lstStyle/>
        <a:p>
          <a:endParaRPr lang="en-IN"/>
        </a:p>
      </dgm:t>
    </dgm:pt>
    <dgm:pt modelId="{E0618B98-127A-4D84-A53B-069CED77EDFC}" type="pres">
      <dgm:prSet presAssocID="{DC54821A-B33E-4BF5-83D8-F4FF61AAD935}" presName="compNode" presStyleCnt="0"/>
      <dgm:spPr/>
    </dgm:pt>
    <dgm:pt modelId="{385B657A-F383-4A5C-97C2-71273639266E}" type="pres">
      <dgm:prSet presAssocID="{DC54821A-B33E-4BF5-83D8-F4FF61AAD935}" presName="dummyConnPt" presStyleCnt="0"/>
      <dgm:spPr/>
    </dgm:pt>
    <dgm:pt modelId="{D7AF1FC9-C664-48E1-88BB-EC445F77B10B}" type="pres">
      <dgm:prSet presAssocID="{DC54821A-B33E-4BF5-83D8-F4FF61AAD935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801289-E4FD-4ECE-8338-04E5EEBAF7D3}" type="pres">
      <dgm:prSet presAssocID="{A1AB2372-D8BD-4638-9C96-3C4C30FBFA93}" presName="sibTrans" presStyleLbl="bgSibTrans2D1" presStyleIdx="3" presStyleCnt="8"/>
      <dgm:spPr/>
      <dgm:t>
        <a:bodyPr/>
        <a:lstStyle/>
        <a:p>
          <a:endParaRPr lang="en-IN"/>
        </a:p>
      </dgm:t>
    </dgm:pt>
    <dgm:pt modelId="{D3524300-81EA-41AA-B9CE-756263A7D3F3}" type="pres">
      <dgm:prSet presAssocID="{2A335DB8-BB93-43EE-AC6D-1B75801C35BD}" presName="compNode" presStyleCnt="0"/>
      <dgm:spPr/>
    </dgm:pt>
    <dgm:pt modelId="{42DC1671-C739-4A3B-9366-45C771AB0B4F}" type="pres">
      <dgm:prSet presAssocID="{2A335DB8-BB93-43EE-AC6D-1B75801C35BD}" presName="dummyConnPt" presStyleCnt="0"/>
      <dgm:spPr/>
    </dgm:pt>
    <dgm:pt modelId="{235CA9E4-0292-4CF2-AABB-22E0C7315278}" type="pres">
      <dgm:prSet presAssocID="{2A335DB8-BB93-43EE-AC6D-1B75801C35BD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52DECA3-3636-4D55-92CE-B43B85F0FECC}" type="pres">
      <dgm:prSet presAssocID="{03440BA3-B3A4-4B58-AF4D-721EA59555AF}" presName="sibTrans" presStyleLbl="bgSibTrans2D1" presStyleIdx="4" presStyleCnt="8"/>
      <dgm:spPr/>
      <dgm:t>
        <a:bodyPr/>
        <a:lstStyle/>
        <a:p>
          <a:endParaRPr lang="en-IN"/>
        </a:p>
      </dgm:t>
    </dgm:pt>
    <dgm:pt modelId="{AAE8D151-78DD-4F79-8474-6153755F8F96}" type="pres">
      <dgm:prSet presAssocID="{A1B6F4BB-8189-4E18-AAD9-A99554A0DD32}" presName="compNode" presStyleCnt="0"/>
      <dgm:spPr/>
    </dgm:pt>
    <dgm:pt modelId="{F96C5BF6-9E71-40E3-8810-E40926640362}" type="pres">
      <dgm:prSet presAssocID="{A1B6F4BB-8189-4E18-AAD9-A99554A0DD32}" presName="dummyConnPt" presStyleCnt="0"/>
      <dgm:spPr/>
    </dgm:pt>
    <dgm:pt modelId="{D3934E8C-F3BA-418A-8608-F668488FEDC5}" type="pres">
      <dgm:prSet presAssocID="{A1B6F4BB-8189-4E18-AAD9-A99554A0DD32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37FBC72-BBD9-411B-990C-2D9F464BFB8D}" type="pres">
      <dgm:prSet presAssocID="{468F12DB-40CD-47EE-B34F-FA18A7489357}" presName="sibTrans" presStyleLbl="bgSibTrans2D1" presStyleIdx="5" presStyleCnt="8"/>
      <dgm:spPr/>
      <dgm:t>
        <a:bodyPr/>
        <a:lstStyle/>
        <a:p>
          <a:endParaRPr lang="en-IN"/>
        </a:p>
      </dgm:t>
    </dgm:pt>
    <dgm:pt modelId="{19C004EE-0093-4340-AD44-272D3137D252}" type="pres">
      <dgm:prSet presAssocID="{D9718315-063D-46B3-B964-A0ED40C6D7DC}" presName="compNode" presStyleCnt="0"/>
      <dgm:spPr/>
    </dgm:pt>
    <dgm:pt modelId="{339EBD1C-87FA-43BA-9576-29E57992C4B6}" type="pres">
      <dgm:prSet presAssocID="{D9718315-063D-46B3-B964-A0ED40C6D7DC}" presName="dummyConnPt" presStyleCnt="0"/>
      <dgm:spPr/>
    </dgm:pt>
    <dgm:pt modelId="{D12F2EF9-DC16-4B2E-A028-1749480221B5}" type="pres">
      <dgm:prSet presAssocID="{D9718315-063D-46B3-B964-A0ED40C6D7DC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8EB879-3168-4AB2-811F-64109D21410B}" type="pres">
      <dgm:prSet presAssocID="{48008AD2-E548-4660-ACDA-BBF59DD605B0}" presName="sibTrans" presStyleLbl="bgSibTrans2D1" presStyleIdx="6" presStyleCnt="8"/>
      <dgm:spPr/>
      <dgm:t>
        <a:bodyPr/>
        <a:lstStyle/>
        <a:p>
          <a:endParaRPr lang="en-IN"/>
        </a:p>
      </dgm:t>
    </dgm:pt>
    <dgm:pt modelId="{56E2DE88-4F74-4F43-980B-D5D9DD2E9ED1}" type="pres">
      <dgm:prSet presAssocID="{2E627B92-2905-4624-B3F2-8A330F02668B}" presName="compNode" presStyleCnt="0"/>
      <dgm:spPr/>
    </dgm:pt>
    <dgm:pt modelId="{0ED62358-001C-448C-B413-03D47AFEBC76}" type="pres">
      <dgm:prSet presAssocID="{2E627B92-2905-4624-B3F2-8A330F02668B}" presName="dummyConnPt" presStyleCnt="0"/>
      <dgm:spPr/>
    </dgm:pt>
    <dgm:pt modelId="{63D3BE02-F372-4567-A97F-68A1F2E16F63}" type="pres">
      <dgm:prSet presAssocID="{2E627B92-2905-4624-B3F2-8A330F02668B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1DB945-5F5B-4627-8640-F994D3D8DD3B}" type="pres">
      <dgm:prSet presAssocID="{DAF9C636-4EBD-4EF1-964B-5C797B96925E}" presName="sibTrans" presStyleLbl="bgSibTrans2D1" presStyleIdx="7" presStyleCnt="8"/>
      <dgm:spPr/>
      <dgm:t>
        <a:bodyPr/>
        <a:lstStyle/>
        <a:p>
          <a:endParaRPr lang="en-IN"/>
        </a:p>
      </dgm:t>
    </dgm:pt>
    <dgm:pt modelId="{E224067D-685B-488A-8DC5-281ED4ECA471}" type="pres">
      <dgm:prSet presAssocID="{26936837-08E0-4B1D-A124-BFD7DB3277C3}" presName="compNode" presStyleCnt="0"/>
      <dgm:spPr/>
    </dgm:pt>
    <dgm:pt modelId="{D17B1EF3-FF86-49A1-BB65-55F5306508FB}" type="pres">
      <dgm:prSet presAssocID="{26936837-08E0-4B1D-A124-BFD7DB3277C3}" presName="dummyConnPt" presStyleCnt="0"/>
      <dgm:spPr/>
    </dgm:pt>
    <dgm:pt modelId="{E4D03853-3DD9-4447-A039-5B2AAE2E1786}" type="pres">
      <dgm:prSet presAssocID="{26936837-08E0-4B1D-A124-BFD7DB3277C3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939D53B-73B7-4D49-A4B0-30D7EC11F66F}" type="presOf" srcId="{2A335DB8-BB93-43EE-AC6D-1B75801C35BD}" destId="{235CA9E4-0292-4CF2-AABB-22E0C7315278}" srcOrd="0" destOrd="0" presId="urn:microsoft.com/office/officeart/2005/8/layout/bProcess4"/>
    <dgm:cxn modelId="{F2BD2D72-9E75-4CB8-9AD6-C917F0361792}" type="presOf" srcId="{03440BA3-B3A4-4B58-AF4D-721EA59555AF}" destId="{E52DECA3-3636-4D55-92CE-B43B85F0FECC}" srcOrd="0" destOrd="0" presId="urn:microsoft.com/office/officeart/2005/8/layout/bProcess4"/>
    <dgm:cxn modelId="{7EED53A8-7DB4-4D23-90FA-84B95ADE03E6}" srcId="{3853F466-3C9F-49CF-8777-FF9F82826B0F}" destId="{91233E58-AA1D-4CE2-A74F-CD919E1CB20D}" srcOrd="2" destOrd="0" parTransId="{D29CD31D-E089-4C47-A8E1-54B1FF878D66}" sibTransId="{F61A2023-1AD8-41F0-ACB7-00B7B8A6AAA1}"/>
    <dgm:cxn modelId="{65C92029-031D-43F9-99BD-438B1D66B02F}" type="presOf" srcId="{468F12DB-40CD-47EE-B34F-FA18A7489357}" destId="{037FBC72-BBD9-411B-990C-2D9F464BFB8D}" srcOrd="0" destOrd="0" presId="urn:microsoft.com/office/officeart/2005/8/layout/bProcess4"/>
    <dgm:cxn modelId="{FE185BFA-CF88-48EE-A91B-40AAF9C0276F}" type="presOf" srcId="{7FF5ED56-A7E8-4789-B573-7C0F32C8485E}" destId="{19E26919-7F57-49E8-BB09-95C3786BE793}" srcOrd="0" destOrd="0" presId="urn:microsoft.com/office/officeart/2005/8/layout/bProcess4"/>
    <dgm:cxn modelId="{2E21029F-7D65-4C21-BC71-B7F73F1223C1}" srcId="{3853F466-3C9F-49CF-8777-FF9F82826B0F}" destId="{2E627B92-2905-4624-B3F2-8A330F02668B}" srcOrd="7" destOrd="0" parTransId="{2002D771-761E-4DD7-8BDF-1AFDF7F06784}" sibTransId="{DAF9C636-4EBD-4EF1-964B-5C797B96925E}"/>
    <dgm:cxn modelId="{0AB94790-323B-41AF-ACBE-A3223D494C32}" srcId="{3853F466-3C9F-49CF-8777-FF9F82826B0F}" destId="{A1B6F4BB-8189-4E18-AAD9-A99554A0DD32}" srcOrd="5" destOrd="0" parTransId="{E4CFB494-E749-425C-B61E-ECAD0111B9C3}" sibTransId="{468F12DB-40CD-47EE-B34F-FA18A7489357}"/>
    <dgm:cxn modelId="{300E2C98-C63B-47A4-8031-EACB2927030B}" type="presOf" srcId="{D9718315-063D-46B3-B964-A0ED40C6D7DC}" destId="{D12F2EF9-DC16-4B2E-A028-1749480221B5}" srcOrd="0" destOrd="0" presId="urn:microsoft.com/office/officeart/2005/8/layout/bProcess4"/>
    <dgm:cxn modelId="{EF4F23C4-947C-4037-82D9-B48649E87BD5}" type="presOf" srcId="{0E46508E-4590-4F86-BFF1-8A606823E233}" destId="{5FD0C9B0-5D37-4B3C-B21D-2C354C91AC4C}" srcOrd="0" destOrd="0" presId="urn:microsoft.com/office/officeart/2005/8/layout/bProcess4"/>
    <dgm:cxn modelId="{BF3444BC-366A-401F-A46D-2368F59EB9B3}" srcId="{3853F466-3C9F-49CF-8777-FF9F82826B0F}" destId="{FF413717-5C25-41D6-8B24-964A0FC4B971}" srcOrd="1" destOrd="0" parTransId="{F550ABF0-876E-4881-8196-40BE42E20CAE}" sibTransId="{0E46508E-4590-4F86-BFF1-8A606823E233}"/>
    <dgm:cxn modelId="{38CC5D3F-D4D1-4F38-B8B2-7105880EB066}" srcId="{3853F466-3C9F-49CF-8777-FF9F82826B0F}" destId="{9A6815EC-E715-460B-8C5C-F77E19A9BD13}" srcOrd="0" destOrd="0" parTransId="{019990DA-E093-4D29-B4C9-645137C6DFDD}" sibTransId="{7FF5ED56-A7E8-4789-B573-7C0F32C8485E}"/>
    <dgm:cxn modelId="{D2AFE99C-6EF8-4B58-A372-D7C650EBB73C}" srcId="{3853F466-3C9F-49CF-8777-FF9F82826B0F}" destId="{26936837-08E0-4B1D-A124-BFD7DB3277C3}" srcOrd="8" destOrd="0" parTransId="{4699E190-7680-4364-9311-7663F03AB310}" sibTransId="{2F95EFF1-BD1F-4F75-BB54-AAA3CE341107}"/>
    <dgm:cxn modelId="{B069AA85-23CE-45B5-9404-D467E5CF4650}" type="presOf" srcId="{DAF9C636-4EBD-4EF1-964B-5C797B96925E}" destId="{A31DB945-5F5B-4627-8640-F994D3D8DD3B}" srcOrd="0" destOrd="0" presId="urn:microsoft.com/office/officeart/2005/8/layout/bProcess4"/>
    <dgm:cxn modelId="{0DA921D1-3AD6-4B43-A1F0-F6C012F9198B}" srcId="{3853F466-3C9F-49CF-8777-FF9F82826B0F}" destId="{D9718315-063D-46B3-B964-A0ED40C6D7DC}" srcOrd="6" destOrd="0" parTransId="{F1868C1C-A94A-471C-8EF6-D264286FACBA}" sibTransId="{48008AD2-E548-4660-ACDA-BBF59DD605B0}"/>
    <dgm:cxn modelId="{9F756395-FBB3-4E07-BF45-1E1D572D272F}" type="presOf" srcId="{91233E58-AA1D-4CE2-A74F-CD919E1CB20D}" destId="{B878AFAF-0FA7-4B5D-BBC6-10A475FF385B}" srcOrd="0" destOrd="0" presId="urn:microsoft.com/office/officeart/2005/8/layout/bProcess4"/>
    <dgm:cxn modelId="{11410502-344C-4A47-8B18-AD626A8F99F2}" type="presOf" srcId="{F61A2023-1AD8-41F0-ACB7-00B7B8A6AAA1}" destId="{821F3007-DB8B-4AE8-9E26-BA2A4BEA08E9}" srcOrd="0" destOrd="0" presId="urn:microsoft.com/office/officeart/2005/8/layout/bProcess4"/>
    <dgm:cxn modelId="{A88E3F53-5B42-4221-A221-414CB5028032}" type="presOf" srcId="{3853F466-3C9F-49CF-8777-FF9F82826B0F}" destId="{CBA18B27-4055-4C76-80E3-F3F59711D73B}" srcOrd="0" destOrd="0" presId="urn:microsoft.com/office/officeart/2005/8/layout/bProcess4"/>
    <dgm:cxn modelId="{D3CE3BA9-6398-4263-8438-AD139292CD3E}" type="presOf" srcId="{48008AD2-E548-4660-ACDA-BBF59DD605B0}" destId="{D58EB879-3168-4AB2-811F-64109D21410B}" srcOrd="0" destOrd="0" presId="urn:microsoft.com/office/officeart/2005/8/layout/bProcess4"/>
    <dgm:cxn modelId="{EEBC56B2-8CA3-4A85-B451-266ADFE48B5D}" type="presOf" srcId="{A1AB2372-D8BD-4638-9C96-3C4C30FBFA93}" destId="{C3801289-E4FD-4ECE-8338-04E5EEBAF7D3}" srcOrd="0" destOrd="0" presId="urn:microsoft.com/office/officeart/2005/8/layout/bProcess4"/>
    <dgm:cxn modelId="{D4266D1B-2ECB-4EC9-B9DD-2CADD7C2AC2D}" srcId="{3853F466-3C9F-49CF-8777-FF9F82826B0F}" destId="{2A335DB8-BB93-43EE-AC6D-1B75801C35BD}" srcOrd="4" destOrd="0" parTransId="{6B7984EE-C72F-4DE3-8C3F-BA12C6C00F76}" sibTransId="{03440BA3-B3A4-4B58-AF4D-721EA59555AF}"/>
    <dgm:cxn modelId="{2CD3779A-4CB8-46E3-9FE2-C6778BECAF4A}" type="presOf" srcId="{DC54821A-B33E-4BF5-83D8-F4FF61AAD935}" destId="{D7AF1FC9-C664-48E1-88BB-EC445F77B10B}" srcOrd="0" destOrd="0" presId="urn:microsoft.com/office/officeart/2005/8/layout/bProcess4"/>
    <dgm:cxn modelId="{29A7ACF1-0491-4E36-94EF-D96A05D9C900}" type="presOf" srcId="{A1B6F4BB-8189-4E18-AAD9-A99554A0DD32}" destId="{D3934E8C-F3BA-418A-8608-F668488FEDC5}" srcOrd="0" destOrd="0" presId="urn:microsoft.com/office/officeart/2005/8/layout/bProcess4"/>
    <dgm:cxn modelId="{93776633-4041-4645-84E6-EA0982FA58B0}" srcId="{3853F466-3C9F-49CF-8777-FF9F82826B0F}" destId="{DC54821A-B33E-4BF5-83D8-F4FF61AAD935}" srcOrd="3" destOrd="0" parTransId="{9ABFD7DD-22DD-4075-ACD9-64A84B95BF24}" sibTransId="{A1AB2372-D8BD-4638-9C96-3C4C30FBFA93}"/>
    <dgm:cxn modelId="{B79E791F-987E-4AAF-8C24-0BE95657EAA8}" type="presOf" srcId="{FF413717-5C25-41D6-8B24-964A0FC4B971}" destId="{B8A623D2-75A6-4923-8B26-D4144F7BB254}" srcOrd="0" destOrd="0" presId="urn:microsoft.com/office/officeart/2005/8/layout/bProcess4"/>
    <dgm:cxn modelId="{391A0486-0A05-46FD-B542-A0ACB1BAFBB4}" type="presOf" srcId="{2E627B92-2905-4624-B3F2-8A330F02668B}" destId="{63D3BE02-F372-4567-A97F-68A1F2E16F63}" srcOrd="0" destOrd="0" presId="urn:microsoft.com/office/officeart/2005/8/layout/bProcess4"/>
    <dgm:cxn modelId="{B462F723-5179-469F-9227-9CCB1BFAB996}" type="presOf" srcId="{9A6815EC-E715-460B-8C5C-F77E19A9BD13}" destId="{F9175EFC-8353-47BE-8580-37487D881781}" srcOrd="0" destOrd="0" presId="urn:microsoft.com/office/officeart/2005/8/layout/bProcess4"/>
    <dgm:cxn modelId="{92B2FE49-B0FD-4F5A-9F7B-663FCEEDA137}" type="presOf" srcId="{26936837-08E0-4B1D-A124-BFD7DB3277C3}" destId="{E4D03853-3DD9-4447-A039-5B2AAE2E1786}" srcOrd="0" destOrd="0" presId="urn:microsoft.com/office/officeart/2005/8/layout/bProcess4"/>
    <dgm:cxn modelId="{D80B2BD9-6227-47A7-91A6-B4721222540E}" type="presParOf" srcId="{CBA18B27-4055-4C76-80E3-F3F59711D73B}" destId="{CE2581A7-9799-4448-84EE-4D363B2886BB}" srcOrd="0" destOrd="0" presId="urn:microsoft.com/office/officeart/2005/8/layout/bProcess4"/>
    <dgm:cxn modelId="{FCD40EAA-104F-4F26-8611-A3E9DB8EA142}" type="presParOf" srcId="{CE2581A7-9799-4448-84EE-4D363B2886BB}" destId="{8CA3E91F-BBC8-4341-A3D0-BD8584474ED7}" srcOrd="0" destOrd="0" presId="urn:microsoft.com/office/officeart/2005/8/layout/bProcess4"/>
    <dgm:cxn modelId="{8B44432A-B213-4DB0-B675-A6920EB82282}" type="presParOf" srcId="{CE2581A7-9799-4448-84EE-4D363B2886BB}" destId="{F9175EFC-8353-47BE-8580-37487D881781}" srcOrd="1" destOrd="0" presId="urn:microsoft.com/office/officeart/2005/8/layout/bProcess4"/>
    <dgm:cxn modelId="{F6B7C721-9224-48FE-8837-2D6FD7ECB5A0}" type="presParOf" srcId="{CBA18B27-4055-4C76-80E3-F3F59711D73B}" destId="{19E26919-7F57-49E8-BB09-95C3786BE793}" srcOrd="1" destOrd="0" presId="urn:microsoft.com/office/officeart/2005/8/layout/bProcess4"/>
    <dgm:cxn modelId="{D0C8B3EE-1875-44DB-A76C-8412211EB5F9}" type="presParOf" srcId="{CBA18B27-4055-4C76-80E3-F3F59711D73B}" destId="{AB0CDEBC-3A48-456B-996D-BB02D56C05B0}" srcOrd="2" destOrd="0" presId="urn:microsoft.com/office/officeart/2005/8/layout/bProcess4"/>
    <dgm:cxn modelId="{33143C81-81EF-4A4F-8648-CE2A6C8D208C}" type="presParOf" srcId="{AB0CDEBC-3A48-456B-996D-BB02D56C05B0}" destId="{83C0E842-537D-4027-9A0A-11A718E6AFF2}" srcOrd="0" destOrd="0" presId="urn:microsoft.com/office/officeart/2005/8/layout/bProcess4"/>
    <dgm:cxn modelId="{EC6DA2BB-D167-426A-AA48-439A8DD578FF}" type="presParOf" srcId="{AB0CDEBC-3A48-456B-996D-BB02D56C05B0}" destId="{B8A623D2-75A6-4923-8B26-D4144F7BB254}" srcOrd="1" destOrd="0" presId="urn:microsoft.com/office/officeart/2005/8/layout/bProcess4"/>
    <dgm:cxn modelId="{422318D6-670A-4079-B17A-1FF96005D60C}" type="presParOf" srcId="{CBA18B27-4055-4C76-80E3-F3F59711D73B}" destId="{5FD0C9B0-5D37-4B3C-B21D-2C354C91AC4C}" srcOrd="3" destOrd="0" presId="urn:microsoft.com/office/officeart/2005/8/layout/bProcess4"/>
    <dgm:cxn modelId="{EF16CAA8-85B5-4ABC-A6B0-706900A7D74F}" type="presParOf" srcId="{CBA18B27-4055-4C76-80E3-F3F59711D73B}" destId="{C4FB50CD-4E2C-4970-B42E-A8EB919A8662}" srcOrd="4" destOrd="0" presId="urn:microsoft.com/office/officeart/2005/8/layout/bProcess4"/>
    <dgm:cxn modelId="{2BE41D44-00F4-482D-AD59-66CBE18365CF}" type="presParOf" srcId="{C4FB50CD-4E2C-4970-B42E-A8EB919A8662}" destId="{913279E3-F373-4B60-B726-FA51CE8E32B8}" srcOrd="0" destOrd="0" presId="urn:microsoft.com/office/officeart/2005/8/layout/bProcess4"/>
    <dgm:cxn modelId="{ECC8F83D-4473-4446-8708-B1BEFF423189}" type="presParOf" srcId="{C4FB50CD-4E2C-4970-B42E-A8EB919A8662}" destId="{B878AFAF-0FA7-4B5D-BBC6-10A475FF385B}" srcOrd="1" destOrd="0" presId="urn:microsoft.com/office/officeart/2005/8/layout/bProcess4"/>
    <dgm:cxn modelId="{821AB4FC-2F6A-4318-977F-D669E01591B6}" type="presParOf" srcId="{CBA18B27-4055-4C76-80E3-F3F59711D73B}" destId="{821F3007-DB8B-4AE8-9E26-BA2A4BEA08E9}" srcOrd="5" destOrd="0" presId="urn:microsoft.com/office/officeart/2005/8/layout/bProcess4"/>
    <dgm:cxn modelId="{6B065356-AA10-4C2E-9A8A-42E4E5CA4768}" type="presParOf" srcId="{CBA18B27-4055-4C76-80E3-F3F59711D73B}" destId="{E0618B98-127A-4D84-A53B-069CED77EDFC}" srcOrd="6" destOrd="0" presId="urn:microsoft.com/office/officeart/2005/8/layout/bProcess4"/>
    <dgm:cxn modelId="{52646461-0F71-4EC6-A31E-34E1A2F978E6}" type="presParOf" srcId="{E0618B98-127A-4D84-A53B-069CED77EDFC}" destId="{385B657A-F383-4A5C-97C2-71273639266E}" srcOrd="0" destOrd="0" presId="urn:microsoft.com/office/officeart/2005/8/layout/bProcess4"/>
    <dgm:cxn modelId="{BB77EF68-AA0A-463A-8931-5253AE1E8B0F}" type="presParOf" srcId="{E0618B98-127A-4D84-A53B-069CED77EDFC}" destId="{D7AF1FC9-C664-48E1-88BB-EC445F77B10B}" srcOrd="1" destOrd="0" presId="urn:microsoft.com/office/officeart/2005/8/layout/bProcess4"/>
    <dgm:cxn modelId="{9CFE39D4-76D7-414A-A37C-F2B1AEA7A1F3}" type="presParOf" srcId="{CBA18B27-4055-4C76-80E3-F3F59711D73B}" destId="{C3801289-E4FD-4ECE-8338-04E5EEBAF7D3}" srcOrd="7" destOrd="0" presId="urn:microsoft.com/office/officeart/2005/8/layout/bProcess4"/>
    <dgm:cxn modelId="{D517FF49-33D4-45DA-B4D5-9238B6B6FAF0}" type="presParOf" srcId="{CBA18B27-4055-4C76-80E3-F3F59711D73B}" destId="{D3524300-81EA-41AA-B9CE-756263A7D3F3}" srcOrd="8" destOrd="0" presId="urn:microsoft.com/office/officeart/2005/8/layout/bProcess4"/>
    <dgm:cxn modelId="{C089D959-E457-4ABF-B44D-AB220FC59410}" type="presParOf" srcId="{D3524300-81EA-41AA-B9CE-756263A7D3F3}" destId="{42DC1671-C739-4A3B-9366-45C771AB0B4F}" srcOrd="0" destOrd="0" presId="urn:microsoft.com/office/officeart/2005/8/layout/bProcess4"/>
    <dgm:cxn modelId="{A0BD714D-1BD0-4EDB-BF18-18B54AA159A5}" type="presParOf" srcId="{D3524300-81EA-41AA-B9CE-756263A7D3F3}" destId="{235CA9E4-0292-4CF2-AABB-22E0C7315278}" srcOrd="1" destOrd="0" presId="urn:microsoft.com/office/officeart/2005/8/layout/bProcess4"/>
    <dgm:cxn modelId="{F7DA265E-673D-4CEF-BF57-5BF6A8085BAD}" type="presParOf" srcId="{CBA18B27-4055-4C76-80E3-F3F59711D73B}" destId="{E52DECA3-3636-4D55-92CE-B43B85F0FECC}" srcOrd="9" destOrd="0" presId="urn:microsoft.com/office/officeart/2005/8/layout/bProcess4"/>
    <dgm:cxn modelId="{204EFD9C-F3D4-4FD9-85A0-6824AFA48368}" type="presParOf" srcId="{CBA18B27-4055-4C76-80E3-F3F59711D73B}" destId="{AAE8D151-78DD-4F79-8474-6153755F8F96}" srcOrd="10" destOrd="0" presId="urn:microsoft.com/office/officeart/2005/8/layout/bProcess4"/>
    <dgm:cxn modelId="{DF7E0C52-1766-4C32-8772-9F9AC7373BE2}" type="presParOf" srcId="{AAE8D151-78DD-4F79-8474-6153755F8F96}" destId="{F96C5BF6-9E71-40E3-8810-E40926640362}" srcOrd="0" destOrd="0" presId="urn:microsoft.com/office/officeart/2005/8/layout/bProcess4"/>
    <dgm:cxn modelId="{0B6F56EF-A67C-4323-AF8A-3C30688F2A26}" type="presParOf" srcId="{AAE8D151-78DD-4F79-8474-6153755F8F96}" destId="{D3934E8C-F3BA-418A-8608-F668488FEDC5}" srcOrd="1" destOrd="0" presId="urn:microsoft.com/office/officeart/2005/8/layout/bProcess4"/>
    <dgm:cxn modelId="{428BF366-5F75-4E2F-889A-41E4CC46CDFC}" type="presParOf" srcId="{CBA18B27-4055-4C76-80E3-F3F59711D73B}" destId="{037FBC72-BBD9-411B-990C-2D9F464BFB8D}" srcOrd="11" destOrd="0" presId="urn:microsoft.com/office/officeart/2005/8/layout/bProcess4"/>
    <dgm:cxn modelId="{CECDF92A-020D-4904-87B2-DC64B6D4DE14}" type="presParOf" srcId="{CBA18B27-4055-4C76-80E3-F3F59711D73B}" destId="{19C004EE-0093-4340-AD44-272D3137D252}" srcOrd="12" destOrd="0" presId="urn:microsoft.com/office/officeart/2005/8/layout/bProcess4"/>
    <dgm:cxn modelId="{E128BA0B-0F66-41D5-AC78-CEE74CA83517}" type="presParOf" srcId="{19C004EE-0093-4340-AD44-272D3137D252}" destId="{339EBD1C-87FA-43BA-9576-29E57992C4B6}" srcOrd="0" destOrd="0" presId="urn:microsoft.com/office/officeart/2005/8/layout/bProcess4"/>
    <dgm:cxn modelId="{490F8ADD-86AC-4369-A4A8-77465B5269FF}" type="presParOf" srcId="{19C004EE-0093-4340-AD44-272D3137D252}" destId="{D12F2EF9-DC16-4B2E-A028-1749480221B5}" srcOrd="1" destOrd="0" presId="urn:microsoft.com/office/officeart/2005/8/layout/bProcess4"/>
    <dgm:cxn modelId="{935D0D16-2E91-4415-80E5-D3E8D9FA2A3D}" type="presParOf" srcId="{CBA18B27-4055-4C76-80E3-F3F59711D73B}" destId="{D58EB879-3168-4AB2-811F-64109D21410B}" srcOrd="13" destOrd="0" presId="urn:microsoft.com/office/officeart/2005/8/layout/bProcess4"/>
    <dgm:cxn modelId="{F03EE69A-2C27-4777-B610-9AA6E1692F89}" type="presParOf" srcId="{CBA18B27-4055-4C76-80E3-F3F59711D73B}" destId="{56E2DE88-4F74-4F43-980B-D5D9DD2E9ED1}" srcOrd="14" destOrd="0" presId="urn:microsoft.com/office/officeart/2005/8/layout/bProcess4"/>
    <dgm:cxn modelId="{50384F3E-25D5-4A50-8BC7-EAF051EC17BC}" type="presParOf" srcId="{56E2DE88-4F74-4F43-980B-D5D9DD2E9ED1}" destId="{0ED62358-001C-448C-B413-03D47AFEBC76}" srcOrd="0" destOrd="0" presId="urn:microsoft.com/office/officeart/2005/8/layout/bProcess4"/>
    <dgm:cxn modelId="{82AF13F9-C9F7-40A9-AE82-A03A55F065A5}" type="presParOf" srcId="{56E2DE88-4F74-4F43-980B-D5D9DD2E9ED1}" destId="{63D3BE02-F372-4567-A97F-68A1F2E16F63}" srcOrd="1" destOrd="0" presId="urn:microsoft.com/office/officeart/2005/8/layout/bProcess4"/>
    <dgm:cxn modelId="{159549D4-A6C5-4A72-B40D-1E93C494BE2F}" type="presParOf" srcId="{CBA18B27-4055-4C76-80E3-F3F59711D73B}" destId="{A31DB945-5F5B-4627-8640-F994D3D8DD3B}" srcOrd="15" destOrd="0" presId="urn:microsoft.com/office/officeart/2005/8/layout/bProcess4"/>
    <dgm:cxn modelId="{72688E07-2933-4A41-9F78-440554655F0B}" type="presParOf" srcId="{CBA18B27-4055-4C76-80E3-F3F59711D73B}" destId="{E224067D-685B-488A-8DC5-281ED4ECA471}" srcOrd="16" destOrd="0" presId="urn:microsoft.com/office/officeart/2005/8/layout/bProcess4"/>
    <dgm:cxn modelId="{FCD7902C-C3E4-4ADA-A7B1-067409B8D8BD}" type="presParOf" srcId="{E224067D-685B-488A-8DC5-281ED4ECA471}" destId="{D17B1EF3-FF86-49A1-BB65-55F5306508FB}" srcOrd="0" destOrd="0" presId="urn:microsoft.com/office/officeart/2005/8/layout/bProcess4"/>
    <dgm:cxn modelId="{A427B955-4153-4C1E-B768-B89EB565EAF5}" type="presParOf" srcId="{E224067D-685B-488A-8DC5-281ED4ECA471}" destId="{E4D03853-3DD9-4447-A039-5B2AAE2E1786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53F466-3C9F-49CF-8777-FF9F82826B0F}" type="doc">
      <dgm:prSet loTypeId="urn:microsoft.com/office/officeart/2005/8/layout/b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A6815EC-E715-460B-8C5C-F77E19A9BD13}">
      <dgm:prSet phldrT="[Text]"/>
      <dgm:spPr/>
      <dgm:t>
        <a:bodyPr/>
        <a:lstStyle/>
        <a:p>
          <a:r>
            <a:rPr lang="en-IN" b="1" dirty="0" smtClean="0"/>
            <a:t>User Management</a:t>
          </a:r>
          <a:endParaRPr lang="en-IN" b="1" dirty="0"/>
        </a:p>
      </dgm:t>
    </dgm:pt>
    <dgm:pt modelId="{019990DA-E093-4D29-B4C9-645137C6DFDD}" type="parTrans" cxnId="{38CC5D3F-D4D1-4F38-B8B2-7105880EB066}">
      <dgm:prSet/>
      <dgm:spPr/>
      <dgm:t>
        <a:bodyPr/>
        <a:lstStyle/>
        <a:p>
          <a:endParaRPr lang="en-IN"/>
        </a:p>
      </dgm:t>
    </dgm:pt>
    <dgm:pt modelId="{7FF5ED56-A7E8-4789-B573-7C0F32C8485E}" type="sibTrans" cxnId="{38CC5D3F-D4D1-4F38-B8B2-7105880EB066}">
      <dgm:prSet/>
      <dgm:spPr/>
      <dgm:t>
        <a:bodyPr/>
        <a:lstStyle/>
        <a:p>
          <a:endParaRPr lang="en-IN"/>
        </a:p>
      </dgm:t>
    </dgm:pt>
    <dgm:pt modelId="{FF413717-5C25-41D6-8B24-964A0FC4B971}">
      <dgm:prSet phldrT="[Text]"/>
      <dgm:spPr/>
      <dgm:t>
        <a:bodyPr/>
        <a:lstStyle/>
        <a:p>
          <a:r>
            <a:rPr lang="en-IN" b="1" dirty="0" smtClean="0"/>
            <a:t>Application Settings and Configuration</a:t>
          </a:r>
          <a:endParaRPr lang="en-IN" b="1" dirty="0"/>
        </a:p>
      </dgm:t>
    </dgm:pt>
    <dgm:pt modelId="{F550ABF0-876E-4881-8196-40BE42E20CAE}" type="parTrans" cxnId="{BF3444BC-366A-401F-A46D-2368F59EB9B3}">
      <dgm:prSet/>
      <dgm:spPr/>
      <dgm:t>
        <a:bodyPr/>
        <a:lstStyle/>
        <a:p>
          <a:endParaRPr lang="en-IN"/>
        </a:p>
      </dgm:t>
    </dgm:pt>
    <dgm:pt modelId="{0E46508E-4590-4F86-BFF1-8A606823E233}" type="sibTrans" cxnId="{BF3444BC-366A-401F-A46D-2368F59EB9B3}">
      <dgm:prSet/>
      <dgm:spPr/>
      <dgm:t>
        <a:bodyPr/>
        <a:lstStyle/>
        <a:p>
          <a:endParaRPr lang="en-IN"/>
        </a:p>
      </dgm:t>
    </dgm:pt>
    <dgm:pt modelId="{91233E58-AA1D-4CE2-A74F-CD919E1CB20D}">
      <dgm:prSet phldrT="[Text]"/>
      <dgm:spPr/>
      <dgm:t>
        <a:bodyPr/>
        <a:lstStyle/>
        <a:p>
          <a:r>
            <a:rPr lang="en-IN" b="1" dirty="0" smtClean="0"/>
            <a:t>Notifications &amp; Alerts</a:t>
          </a:r>
          <a:endParaRPr lang="en-IN" b="1" dirty="0"/>
        </a:p>
      </dgm:t>
    </dgm:pt>
    <dgm:pt modelId="{D29CD31D-E089-4C47-A8E1-54B1FF878D66}" type="parTrans" cxnId="{7EED53A8-7DB4-4D23-90FA-84B95ADE03E6}">
      <dgm:prSet/>
      <dgm:spPr/>
      <dgm:t>
        <a:bodyPr/>
        <a:lstStyle/>
        <a:p>
          <a:endParaRPr lang="en-IN"/>
        </a:p>
      </dgm:t>
    </dgm:pt>
    <dgm:pt modelId="{F61A2023-1AD8-41F0-ACB7-00B7B8A6AAA1}" type="sibTrans" cxnId="{7EED53A8-7DB4-4D23-90FA-84B95ADE03E6}">
      <dgm:prSet/>
      <dgm:spPr/>
      <dgm:t>
        <a:bodyPr/>
        <a:lstStyle/>
        <a:p>
          <a:endParaRPr lang="en-IN"/>
        </a:p>
      </dgm:t>
    </dgm:pt>
    <dgm:pt modelId="{DC54821A-B33E-4BF5-83D8-F4FF61AAD935}">
      <dgm:prSet phldrT="[Text]"/>
      <dgm:spPr/>
      <dgm:t>
        <a:bodyPr/>
        <a:lstStyle/>
        <a:p>
          <a:r>
            <a:rPr lang="en-IN" b="1" dirty="0" smtClean="0"/>
            <a:t>Support and Documentation</a:t>
          </a:r>
          <a:endParaRPr lang="en-IN" b="1" dirty="0"/>
        </a:p>
      </dgm:t>
    </dgm:pt>
    <dgm:pt modelId="{9ABFD7DD-22DD-4075-ACD9-64A84B95BF24}" type="parTrans" cxnId="{93776633-4041-4645-84E6-EA0982FA58B0}">
      <dgm:prSet/>
      <dgm:spPr/>
      <dgm:t>
        <a:bodyPr/>
        <a:lstStyle/>
        <a:p>
          <a:endParaRPr lang="en-IN"/>
        </a:p>
      </dgm:t>
    </dgm:pt>
    <dgm:pt modelId="{A1AB2372-D8BD-4638-9C96-3C4C30FBFA93}" type="sibTrans" cxnId="{93776633-4041-4645-84E6-EA0982FA58B0}">
      <dgm:prSet/>
      <dgm:spPr/>
      <dgm:t>
        <a:bodyPr/>
        <a:lstStyle/>
        <a:p>
          <a:endParaRPr lang="en-IN"/>
        </a:p>
      </dgm:t>
    </dgm:pt>
    <dgm:pt modelId="{2A335DB8-BB93-43EE-AC6D-1B75801C35BD}">
      <dgm:prSet phldrT="[Text]"/>
      <dgm:spPr/>
      <dgm:t>
        <a:bodyPr/>
        <a:lstStyle/>
        <a:p>
          <a:r>
            <a:rPr lang="en-IN" b="1" dirty="0" smtClean="0"/>
            <a:t>Integration</a:t>
          </a:r>
          <a:endParaRPr lang="en-IN" b="1" dirty="0"/>
        </a:p>
      </dgm:t>
    </dgm:pt>
    <dgm:pt modelId="{6B7984EE-C72F-4DE3-8C3F-BA12C6C00F76}" type="parTrans" cxnId="{D4266D1B-2ECB-4EC9-B9DD-2CADD7C2AC2D}">
      <dgm:prSet/>
      <dgm:spPr/>
      <dgm:t>
        <a:bodyPr/>
        <a:lstStyle/>
        <a:p>
          <a:endParaRPr lang="en-IN"/>
        </a:p>
      </dgm:t>
    </dgm:pt>
    <dgm:pt modelId="{03440BA3-B3A4-4B58-AF4D-721EA59555AF}" type="sibTrans" cxnId="{D4266D1B-2ECB-4EC9-B9DD-2CADD7C2AC2D}">
      <dgm:prSet/>
      <dgm:spPr/>
      <dgm:t>
        <a:bodyPr/>
        <a:lstStyle/>
        <a:p>
          <a:endParaRPr lang="en-IN"/>
        </a:p>
      </dgm:t>
    </dgm:pt>
    <dgm:pt modelId="{A1B6F4BB-8189-4E18-AAD9-A99554A0DD32}">
      <dgm:prSet phldrT="[Text]"/>
      <dgm:spPr/>
      <dgm:t>
        <a:bodyPr/>
        <a:lstStyle/>
        <a:p>
          <a:r>
            <a:rPr lang="en-IN" b="1" dirty="0" smtClean="0"/>
            <a:t>Subscription Management &amp; Invoicing</a:t>
          </a:r>
          <a:endParaRPr lang="en-IN" dirty="0"/>
        </a:p>
      </dgm:t>
    </dgm:pt>
    <dgm:pt modelId="{E4CFB494-E749-425C-B61E-ECAD0111B9C3}" type="parTrans" cxnId="{0AB94790-323B-41AF-ACBE-A3223D494C32}">
      <dgm:prSet/>
      <dgm:spPr/>
      <dgm:t>
        <a:bodyPr/>
        <a:lstStyle/>
        <a:p>
          <a:endParaRPr lang="en-IN"/>
        </a:p>
      </dgm:t>
    </dgm:pt>
    <dgm:pt modelId="{468F12DB-40CD-47EE-B34F-FA18A7489357}" type="sibTrans" cxnId="{0AB94790-323B-41AF-ACBE-A3223D494C32}">
      <dgm:prSet/>
      <dgm:spPr/>
      <dgm:t>
        <a:bodyPr/>
        <a:lstStyle/>
        <a:p>
          <a:endParaRPr lang="en-IN"/>
        </a:p>
      </dgm:t>
    </dgm:pt>
    <dgm:pt modelId="{D9718315-063D-46B3-B964-A0ED40C6D7DC}">
      <dgm:prSet phldrT="[Text]"/>
      <dgm:spPr/>
      <dgm:t>
        <a:bodyPr/>
        <a:lstStyle/>
        <a:p>
          <a:r>
            <a:rPr lang="en-IN" b="1" dirty="0" smtClean="0"/>
            <a:t>Data Management</a:t>
          </a:r>
          <a:endParaRPr lang="en-IN" b="1" dirty="0"/>
        </a:p>
      </dgm:t>
    </dgm:pt>
    <dgm:pt modelId="{F1868C1C-A94A-471C-8EF6-D264286FACBA}" type="parTrans" cxnId="{0DA921D1-3AD6-4B43-A1F0-F6C012F9198B}">
      <dgm:prSet/>
      <dgm:spPr/>
      <dgm:t>
        <a:bodyPr/>
        <a:lstStyle/>
        <a:p>
          <a:endParaRPr lang="en-IN"/>
        </a:p>
      </dgm:t>
    </dgm:pt>
    <dgm:pt modelId="{48008AD2-E548-4660-ACDA-BBF59DD605B0}" type="sibTrans" cxnId="{0DA921D1-3AD6-4B43-A1F0-F6C012F9198B}">
      <dgm:prSet/>
      <dgm:spPr/>
      <dgm:t>
        <a:bodyPr/>
        <a:lstStyle/>
        <a:p>
          <a:endParaRPr lang="en-IN"/>
        </a:p>
      </dgm:t>
    </dgm:pt>
    <dgm:pt modelId="{2E627B92-2905-4624-B3F2-8A330F02668B}">
      <dgm:prSet phldrT="[Text]"/>
      <dgm:spPr/>
      <dgm:t>
        <a:bodyPr/>
        <a:lstStyle/>
        <a:p>
          <a:r>
            <a:rPr lang="en-IN" b="1" dirty="0" smtClean="0"/>
            <a:t>Reporting and Analytics</a:t>
          </a:r>
        </a:p>
      </dgm:t>
    </dgm:pt>
    <dgm:pt modelId="{2002D771-761E-4DD7-8BDF-1AFDF7F06784}" type="parTrans" cxnId="{2E21029F-7D65-4C21-BC71-B7F73F1223C1}">
      <dgm:prSet/>
      <dgm:spPr/>
      <dgm:t>
        <a:bodyPr/>
        <a:lstStyle/>
        <a:p>
          <a:endParaRPr lang="en-IN"/>
        </a:p>
      </dgm:t>
    </dgm:pt>
    <dgm:pt modelId="{DAF9C636-4EBD-4EF1-964B-5C797B96925E}" type="sibTrans" cxnId="{2E21029F-7D65-4C21-BC71-B7F73F1223C1}">
      <dgm:prSet/>
      <dgm:spPr/>
      <dgm:t>
        <a:bodyPr/>
        <a:lstStyle/>
        <a:p>
          <a:endParaRPr lang="en-IN"/>
        </a:p>
      </dgm:t>
    </dgm:pt>
    <dgm:pt modelId="{26936837-08E0-4B1D-A124-BFD7DB3277C3}">
      <dgm:prSet phldrT="[Text]"/>
      <dgm:spPr/>
      <dgm:t>
        <a:bodyPr/>
        <a:lstStyle/>
        <a:p>
          <a:r>
            <a:rPr lang="en-IN" b="1" dirty="0" smtClean="0"/>
            <a:t>System Monitoring and Performance</a:t>
          </a:r>
          <a:endParaRPr lang="en-IN" b="1" dirty="0"/>
        </a:p>
      </dgm:t>
    </dgm:pt>
    <dgm:pt modelId="{4699E190-7680-4364-9311-7663F03AB310}" type="parTrans" cxnId="{D2AFE99C-6EF8-4B58-A372-D7C650EBB73C}">
      <dgm:prSet/>
      <dgm:spPr/>
      <dgm:t>
        <a:bodyPr/>
        <a:lstStyle/>
        <a:p>
          <a:endParaRPr lang="en-IN"/>
        </a:p>
      </dgm:t>
    </dgm:pt>
    <dgm:pt modelId="{2F95EFF1-BD1F-4F75-BB54-AAA3CE341107}" type="sibTrans" cxnId="{D2AFE99C-6EF8-4B58-A372-D7C650EBB73C}">
      <dgm:prSet/>
      <dgm:spPr/>
      <dgm:t>
        <a:bodyPr/>
        <a:lstStyle/>
        <a:p>
          <a:endParaRPr lang="en-IN"/>
        </a:p>
      </dgm:t>
    </dgm:pt>
    <dgm:pt modelId="{AE53376D-5CF9-4B5A-AC72-02AB61876A17}">
      <dgm:prSet phldrT="[Text]"/>
      <dgm:spPr/>
      <dgm:t>
        <a:bodyPr/>
        <a:lstStyle/>
        <a:p>
          <a:r>
            <a:rPr lang="en-IN" b="1" dirty="0" smtClean="0"/>
            <a:t>Compliance and Security</a:t>
          </a:r>
          <a:endParaRPr lang="en-IN" b="1" dirty="0"/>
        </a:p>
      </dgm:t>
    </dgm:pt>
    <dgm:pt modelId="{85BE5001-1AC2-4CB0-949C-E3CE199EFEB0}" type="parTrans" cxnId="{A09C3F9E-207B-496B-8F08-A79804E82ED8}">
      <dgm:prSet/>
      <dgm:spPr/>
      <dgm:t>
        <a:bodyPr/>
        <a:lstStyle/>
        <a:p>
          <a:endParaRPr lang="en-IN"/>
        </a:p>
      </dgm:t>
    </dgm:pt>
    <dgm:pt modelId="{CB0CFAEC-9815-46B5-9475-C1789AFB5FA4}" type="sibTrans" cxnId="{A09C3F9E-207B-496B-8F08-A79804E82ED8}">
      <dgm:prSet/>
      <dgm:spPr/>
      <dgm:t>
        <a:bodyPr/>
        <a:lstStyle/>
        <a:p>
          <a:endParaRPr lang="en-IN"/>
        </a:p>
      </dgm:t>
    </dgm:pt>
    <dgm:pt modelId="{A959E411-E3EE-43B9-8951-D687E6AA710F}">
      <dgm:prSet phldrT="[Text]"/>
      <dgm:spPr/>
      <dgm:t>
        <a:bodyPr/>
        <a:lstStyle/>
        <a:p>
          <a:r>
            <a:rPr lang="en-IN" b="1" dirty="0" smtClean="0"/>
            <a:t>Communication Management</a:t>
          </a:r>
          <a:endParaRPr lang="en-IN" b="1" dirty="0"/>
        </a:p>
      </dgm:t>
    </dgm:pt>
    <dgm:pt modelId="{4E7B6D50-A8D9-4639-9ADA-CA5AB77E34ED}" type="parTrans" cxnId="{7BEDC865-058F-41F1-9841-6A8DE054D91D}">
      <dgm:prSet/>
      <dgm:spPr/>
      <dgm:t>
        <a:bodyPr/>
        <a:lstStyle/>
        <a:p>
          <a:endParaRPr lang="en-IN"/>
        </a:p>
      </dgm:t>
    </dgm:pt>
    <dgm:pt modelId="{B3342FBE-0C5C-4E78-B089-F94EF051BD09}" type="sibTrans" cxnId="{7BEDC865-058F-41F1-9841-6A8DE054D91D}">
      <dgm:prSet/>
      <dgm:spPr/>
      <dgm:t>
        <a:bodyPr/>
        <a:lstStyle/>
        <a:p>
          <a:endParaRPr lang="en-IN"/>
        </a:p>
      </dgm:t>
    </dgm:pt>
    <dgm:pt modelId="{F3AB3C92-0095-4CD5-822F-746E21EFD9A6}">
      <dgm:prSet phldrT="[Text]"/>
      <dgm:spPr/>
      <dgm:t>
        <a:bodyPr/>
        <a:lstStyle/>
        <a:p>
          <a:r>
            <a:rPr lang="en-IN" b="1" dirty="0" smtClean="0"/>
            <a:t>Payment Gateways &amp; Customer Accounts</a:t>
          </a:r>
          <a:endParaRPr lang="en-IN" b="1" dirty="0"/>
        </a:p>
      </dgm:t>
    </dgm:pt>
    <dgm:pt modelId="{1F15F705-BF4D-4AE2-AAD7-D07570E30CC5}" type="parTrans" cxnId="{F690ED41-30BB-44E7-840F-E740E60C190C}">
      <dgm:prSet/>
      <dgm:spPr/>
      <dgm:t>
        <a:bodyPr/>
        <a:lstStyle/>
        <a:p>
          <a:endParaRPr lang="en-IN"/>
        </a:p>
      </dgm:t>
    </dgm:pt>
    <dgm:pt modelId="{FE9912C8-CCF3-4E5E-8A0C-79DE0A624CF5}" type="sibTrans" cxnId="{F690ED41-30BB-44E7-840F-E740E60C190C}">
      <dgm:prSet/>
      <dgm:spPr/>
      <dgm:t>
        <a:bodyPr/>
        <a:lstStyle/>
        <a:p>
          <a:endParaRPr lang="en-IN"/>
        </a:p>
      </dgm:t>
    </dgm:pt>
    <dgm:pt modelId="{CBA18B27-4055-4C76-80E3-F3F59711D73B}" type="pres">
      <dgm:prSet presAssocID="{3853F466-3C9F-49CF-8777-FF9F82826B0F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IN"/>
        </a:p>
      </dgm:t>
    </dgm:pt>
    <dgm:pt modelId="{CE2581A7-9799-4448-84EE-4D363B2886BB}" type="pres">
      <dgm:prSet presAssocID="{9A6815EC-E715-460B-8C5C-F77E19A9BD13}" presName="compNode" presStyleCnt="0"/>
      <dgm:spPr/>
    </dgm:pt>
    <dgm:pt modelId="{8CA3E91F-BBC8-4341-A3D0-BD8584474ED7}" type="pres">
      <dgm:prSet presAssocID="{9A6815EC-E715-460B-8C5C-F77E19A9BD13}" presName="dummyConnPt" presStyleCnt="0"/>
      <dgm:spPr/>
    </dgm:pt>
    <dgm:pt modelId="{F9175EFC-8353-47BE-8580-37487D881781}" type="pres">
      <dgm:prSet presAssocID="{9A6815EC-E715-460B-8C5C-F77E19A9BD13}" presName="node" presStyleLbl="node1" presStyleIdx="0" presStyleCnt="12" custLinFactNeighborX="691" custLinFactNeighborY="460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9E26919-7F57-49E8-BB09-95C3786BE793}" type="pres">
      <dgm:prSet presAssocID="{7FF5ED56-A7E8-4789-B573-7C0F32C8485E}" presName="sibTrans" presStyleLbl="bgSibTrans2D1" presStyleIdx="0" presStyleCnt="11" custLinFactX="-93616" custLinFactY="316415" custLinFactNeighborX="-100000" custLinFactNeighborY="400000"/>
      <dgm:spPr/>
      <dgm:t>
        <a:bodyPr/>
        <a:lstStyle/>
        <a:p>
          <a:endParaRPr lang="en-IN"/>
        </a:p>
      </dgm:t>
    </dgm:pt>
    <dgm:pt modelId="{AB0CDEBC-3A48-456B-996D-BB02D56C05B0}" type="pres">
      <dgm:prSet presAssocID="{FF413717-5C25-41D6-8B24-964A0FC4B971}" presName="compNode" presStyleCnt="0"/>
      <dgm:spPr/>
    </dgm:pt>
    <dgm:pt modelId="{83C0E842-537D-4027-9A0A-11A718E6AFF2}" type="pres">
      <dgm:prSet presAssocID="{FF413717-5C25-41D6-8B24-964A0FC4B971}" presName="dummyConnPt" presStyleCnt="0"/>
      <dgm:spPr/>
    </dgm:pt>
    <dgm:pt modelId="{B8A623D2-75A6-4923-8B26-D4144F7BB254}" type="pres">
      <dgm:prSet presAssocID="{FF413717-5C25-41D6-8B24-964A0FC4B971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FD0C9B0-5D37-4B3C-B21D-2C354C91AC4C}" type="pres">
      <dgm:prSet presAssocID="{0E46508E-4590-4F86-BFF1-8A606823E233}" presName="sibTrans" presStyleLbl="bgSibTrans2D1" presStyleIdx="1" presStyleCnt="11" custLinFactX="-86388" custLinFactNeighborX="-100000" custLinFactNeighborY="-78431"/>
      <dgm:spPr/>
      <dgm:t>
        <a:bodyPr/>
        <a:lstStyle/>
        <a:p>
          <a:endParaRPr lang="en-IN"/>
        </a:p>
      </dgm:t>
    </dgm:pt>
    <dgm:pt modelId="{C4FB50CD-4E2C-4970-B42E-A8EB919A8662}" type="pres">
      <dgm:prSet presAssocID="{91233E58-AA1D-4CE2-A74F-CD919E1CB20D}" presName="compNode" presStyleCnt="0"/>
      <dgm:spPr/>
    </dgm:pt>
    <dgm:pt modelId="{913279E3-F373-4B60-B726-FA51CE8E32B8}" type="pres">
      <dgm:prSet presAssocID="{91233E58-AA1D-4CE2-A74F-CD919E1CB20D}" presName="dummyConnPt" presStyleCnt="0"/>
      <dgm:spPr/>
    </dgm:pt>
    <dgm:pt modelId="{B878AFAF-0FA7-4B5D-BBC6-10A475FF385B}" type="pres">
      <dgm:prSet presAssocID="{91233E58-AA1D-4CE2-A74F-CD919E1CB20D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21F3007-DB8B-4AE8-9E26-BA2A4BEA08E9}" type="pres">
      <dgm:prSet presAssocID="{F61A2023-1AD8-41F0-ACB7-00B7B8A6AAA1}" presName="sibTrans" presStyleLbl="bgSibTrans2D1" presStyleIdx="2" presStyleCnt="11" custAng="16200000" custFlipHor="1" custScaleX="3334" custScaleY="1301174" custLinFactX="-100000" custLinFactNeighborX="-126656" custLinFactNeighborY="31010"/>
      <dgm:spPr/>
      <dgm:t>
        <a:bodyPr/>
        <a:lstStyle/>
        <a:p>
          <a:endParaRPr lang="en-IN"/>
        </a:p>
      </dgm:t>
    </dgm:pt>
    <dgm:pt modelId="{E0618B98-127A-4D84-A53B-069CED77EDFC}" type="pres">
      <dgm:prSet presAssocID="{DC54821A-B33E-4BF5-83D8-F4FF61AAD935}" presName="compNode" presStyleCnt="0"/>
      <dgm:spPr/>
    </dgm:pt>
    <dgm:pt modelId="{385B657A-F383-4A5C-97C2-71273639266E}" type="pres">
      <dgm:prSet presAssocID="{DC54821A-B33E-4BF5-83D8-F4FF61AAD935}" presName="dummyConnPt" presStyleCnt="0"/>
      <dgm:spPr/>
    </dgm:pt>
    <dgm:pt modelId="{D7AF1FC9-C664-48E1-88BB-EC445F77B10B}" type="pres">
      <dgm:prSet presAssocID="{DC54821A-B33E-4BF5-83D8-F4FF61AAD935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801289-E4FD-4ECE-8338-04E5EEBAF7D3}" type="pres">
      <dgm:prSet presAssocID="{A1AB2372-D8BD-4638-9C96-3C4C30FBFA93}" presName="sibTrans" presStyleLbl="bgSibTrans2D1" presStyleIdx="3" presStyleCnt="11" custAng="5400000" custScaleX="57561" custScaleY="101250" custLinFactX="-54435" custLinFactY="-100000" custLinFactNeighborX="-100000" custLinFactNeighborY="-171334"/>
      <dgm:spPr/>
      <dgm:t>
        <a:bodyPr/>
        <a:lstStyle/>
        <a:p>
          <a:endParaRPr lang="en-IN"/>
        </a:p>
      </dgm:t>
    </dgm:pt>
    <dgm:pt modelId="{D3524300-81EA-41AA-B9CE-756263A7D3F3}" type="pres">
      <dgm:prSet presAssocID="{2A335DB8-BB93-43EE-AC6D-1B75801C35BD}" presName="compNode" presStyleCnt="0"/>
      <dgm:spPr/>
    </dgm:pt>
    <dgm:pt modelId="{42DC1671-C739-4A3B-9366-45C771AB0B4F}" type="pres">
      <dgm:prSet presAssocID="{2A335DB8-BB93-43EE-AC6D-1B75801C35BD}" presName="dummyConnPt" presStyleCnt="0"/>
      <dgm:spPr/>
    </dgm:pt>
    <dgm:pt modelId="{235CA9E4-0292-4CF2-AABB-22E0C7315278}" type="pres">
      <dgm:prSet presAssocID="{2A335DB8-BB93-43EE-AC6D-1B75801C35BD}" presName="node" presStyleLbl="node1" presStyleIdx="4" presStyleCnt="12" custLinFactX="32411" custLinFactNeighborX="100000" custLinFactNeighborY="-345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52DECA3-3636-4D55-92CE-B43B85F0FECC}" type="pres">
      <dgm:prSet presAssocID="{03440BA3-B3A4-4B58-AF4D-721EA59555AF}" presName="sibTrans" presStyleLbl="bgSibTrans2D1" presStyleIdx="4" presStyleCnt="11" custAng="14475765" custLinFactX="-100000" custLinFactY="-698192" custLinFactNeighborX="-125484" custLinFactNeighborY="-700000"/>
      <dgm:spPr/>
      <dgm:t>
        <a:bodyPr/>
        <a:lstStyle/>
        <a:p>
          <a:endParaRPr lang="en-IN"/>
        </a:p>
      </dgm:t>
    </dgm:pt>
    <dgm:pt modelId="{AAE8D151-78DD-4F79-8474-6153755F8F96}" type="pres">
      <dgm:prSet presAssocID="{A1B6F4BB-8189-4E18-AAD9-A99554A0DD32}" presName="compNode" presStyleCnt="0"/>
      <dgm:spPr/>
    </dgm:pt>
    <dgm:pt modelId="{F96C5BF6-9E71-40E3-8810-E40926640362}" type="pres">
      <dgm:prSet presAssocID="{A1B6F4BB-8189-4E18-AAD9-A99554A0DD32}" presName="dummyConnPt" presStyleCnt="0"/>
      <dgm:spPr/>
    </dgm:pt>
    <dgm:pt modelId="{D3934E8C-F3BA-418A-8608-F668488FEDC5}" type="pres">
      <dgm:prSet presAssocID="{A1B6F4BB-8189-4E18-AAD9-A99554A0DD32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37FBC72-BBD9-411B-990C-2D9F464BFB8D}" type="pres">
      <dgm:prSet presAssocID="{468F12DB-40CD-47EE-B34F-FA18A7489357}" presName="sibTrans" presStyleLbl="bgSibTrans2D1" presStyleIdx="5" presStyleCnt="11" custAng="10800000" custLinFactX="-166059" custLinFactY="300000" custLinFactNeighborX="-200000" custLinFactNeighborY="301049"/>
      <dgm:spPr/>
      <dgm:t>
        <a:bodyPr/>
        <a:lstStyle/>
        <a:p>
          <a:endParaRPr lang="en-IN"/>
        </a:p>
      </dgm:t>
    </dgm:pt>
    <dgm:pt modelId="{19C004EE-0093-4340-AD44-272D3137D252}" type="pres">
      <dgm:prSet presAssocID="{D9718315-063D-46B3-B964-A0ED40C6D7DC}" presName="compNode" presStyleCnt="0"/>
      <dgm:spPr/>
    </dgm:pt>
    <dgm:pt modelId="{339EBD1C-87FA-43BA-9576-29E57992C4B6}" type="pres">
      <dgm:prSet presAssocID="{D9718315-063D-46B3-B964-A0ED40C6D7DC}" presName="dummyConnPt" presStyleCnt="0"/>
      <dgm:spPr/>
    </dgm:pt>
    <dgm:pt modelId="{D12F2EF9-DC16-4B2E-A028-1749480221B5}" type="pres">
      <dgm:prSet presAssocID="{D9718315-063D-46B3-B964-A0ED40C6D7DC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8EB879-3168-4AB2-811F-64109D21410B}" type="pres">
      <dgm:prSet presAssocID="{48008AD2-E548-4660-ACDA-BBF59DD605B0}" presName="sibTrans" presStyleLbl="bgSibTrans2D1" presStyleIdx="6" presStyleCnt="11" custAng="7209961" custLinFactX="-200000" custLinFactY="400000" custLinFactNeighborX="-222580" custLinFactNeighborY="432974"/>
      <dgm:spPr/>
      <dgm:t>
        <a:bodyPr/>
        <a:lstStyle/>
        <a:p>
          <a:endParaRPr lang="en-IN"/>
        </a:p>
      </dgm:t>
    </dgm:pt>
    <dgm:pt modelId="{56E2DE88-4F74-4F43-980B-D5D9DD2E9ED1}" type="pres">
      <dgm:prSet presAssocID="{2E627B92-2905-4624-B3F2-8A330F02668B}" presName="compNode" presStyleCnt="0"/>
      <dgm:spPr/>
    </dgm:pt>
    <dgm:pt modelId="{0ED62358-001C-448C-B413-03D47AFEBC76}" type="pres">
      <dgm:prSet presAssocID="{2E627B92-2905-4624-B3F2-8A330F02668B}" presName="dummyConnPt" presStyleCnt="0"/>
      <dgm:spPr/>
    </dgm:pt>
    <dgm:pt modelId="{63D3BE02-F372-4567-A97F-68A1F2E16F63}" type="pres">
      <dgm:prSet presAssocID="{2E627B92-2905-4624-B3F2-8A330F02668B}" presName="node" presStyleLbl="node1" presStyleIdx="7" presStyleCnt="12" custLinFactX="27734" custLinFactNeighborX="100000" custLinFactNeighborY="115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1DB945-5F5B-4627-8640-F994D3D8DD3B}" type="pres">
      <dgm:prSet presAssocID="{DAF9C636-4EBD-4EF1-964B-5C797B96925E}" presName="sibTrans" presStyleLbl="bgSibTrans2D1" presStyleIdx="7" presStyleCnt="11" custAng="10872290" custScaleX="88796" custScaleY="95086" custLinFactX="100000" custLinFactY="964330" custLinFactNeighborX="181639" custLinFactNeighborY="1000000"/>
      <dgm:spPr/>
      <dgm:t>
        <a:bodyPr/>
        <a:lstStyle/>
        <a:p>
          <a:endParaRPr lang="en-IN"/>
        </a:p>
      </dgm:t>
    </dgm:pt>
    <dgm:pt modelId="{E224067D-685B-488A-8DC5-281ED4ECA471}" type="pres">
      <dgm:prSet presAssocID="{26936837-08E0-4B1D-A124-BFD7DB3277C3}" presName="compNode" presStyleCnt="0"/>
      <dgm:spPr/>
    </dgm:pt>
    <dgm:pt modelId="{D17B1EF3-FF86-49A1-BB65-55F5306508FB}" type="pres">
      <dgm:prSet presAssocID="{26936837-08E0-4B1D-A124-BFD7DB3277C3}" presName="dummyConnPt" presStyleCnt="0"/>
      <dgm:spPr/>
    </dgm:pt>
    <dgm:pt modelId="{E4D03853-3DD9-4447-A039-5B2AAE2E1786}" type="pres">
      <dgm:prSet presAssocID="{26936837-08E0-4B1D-A124-BFD7DB3277C3}" presName="node" presStyleLbl="node1" presStyleIdx="8" presStyleCnt="12" custLinFactY="24282" custLinFactNeighborX="-3452" custLinFactNeighborY="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90B6D54-3881-4B91-8DDD-A4109DD6504D}" type="pres">
      <dgm:prSet presAssocID="{2F95EFF1-BD1F-4F75-BB54-AAA3CE341107}" presName="sibTrans" presStyleLbl="bgSibTrans2D1" presStyleIdx="8" presStyleCnt="11" custAng="24254" custLinFactX="-288065" custLinFactY="300000" custLinFactNeighborX="-300000" custLinFactNeighborY="349241"/>
      <dgm:spPr/>
      <dgm:t>
        <a:bodyPr/>
        <a:lstStyle/>
        <a:p>
          <a:endParaRPr lang="en-IN"/>
        </a:p>
      </dgm:t>
    </dgm:pt>
    <dgm:pt modelId="{82AC8F29-B891-4301-B00F-F2B2BF309695}" type="pres">
      <dgm:prSet presAssocID="{AE53376D-5CF9-4B5A-AC72-02AB61876A17}" presName="compNode" presStyleCnt="0"/>
      <dgm:spPr/>
    </dgm:pt>
    <dgm:pt modelId="{AE53FFD8-70FD-4C23-AFB8-B7F11BC532DD}" type="pres">
      <dgm:prSet presAssocID="{AE53376D-5CF9-4B5A-AC72-02AB61876A17}" presName="dummyConnPt" presStyleCnt="0"/>
      <dgm:spPr/>
    </dgm:pt>
    <dgm:pt modelId="{8096DCBD-BD41-4272-9C6D-5E4436CD65C6}" type="pres">
      <dgm:prSet presAssocID="{AE53376D-5CF9-4B5A-AC72-02AB61876A17}" presName="node" presStyleLbl="node1" presStyleIdx="9" presStyleCnt="12" custLinFactY="24283" custLinFactNeighborX="-2762" custLinFactNeighborY="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4D39FA0-AA90-4C82-BD4C-7B1DE89875FB}" type="pres">
      <dgm:prSet presAssocID="{CB0CFAEC-9815-46B5-9475-C1789AFB5FA4}" presName="sibTrans" presStyleLbl="bgSibTrans2D1" presStyleIdx="9" presStyleCnt="11" custAng="13347028" custLinFactX="35891" custLinFactNeighborX="100000" custLinFactNeighborY="38359"/>
      <dgm:spPr/>
      <dgm:t>
        <a:bodyPr/>
        <a:lstStyle/>
        <a:p>
          <a:endParaRPr lang="en-IN"/>
        </a:p>
      </dgm:t>
    </dgm:pt>
    <dgm:pt modelId="{AE22B34A-5BFE-4F60-9289-2FA66E87C460}" type="pres">
      <dgm:prSet presAssocID="{A959E411-E3EE-43B9-8951-D687E6AA710F}" presName="compNode" presStyleCnt="0"/>
      <dgm:spPr/>
    </dgm:pt>
    <dgm:pt modelId="{28E18DAC-B0F8-4BEE-8EC2-A84E91368EFD}" type="pres">
      <dgm:prSet presAssocID="{A959E411-E3EE-43B9-8951-D687E6AA710F}" presName="dummyConnPt" presStyleCnt="0"/>
      <dgm:spPr/>
    </dgm:pt>
    <dgm:pt modelId="{4EC5258B-4D74-4473-8F90-D072305C55A2}" type="pres">
      <dgm:prSet presAssocID="{A959E411-E3EE-43B9-8951-D687E6AA710F}" presName="node" presStyleLbl="node1" presStyleIdx="10" presStyleCnt="12" custLinFactX="-36020" custLinFactY="-100000" custLinFactNeighborX="-100000" custLinFactNeighborY="-14405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BE5342A-3982-40D1-B3D1-BD0F97A6AF08}" type="pres">
      <dgm:prSet presAssocID="{B3342FBE-0C5C-4E78-B089-F94EF051BD09}" presName="sibTrans" presStyleLbl="bgSibTrans2D1" presStyleIdx="10" presStyleCnt="11" custAng="94915" custLinFactX="51394" custLinFactY="244693" custLinFactNeighborX="100000" custLinFactNeighborY="300000"/>
      <dgm:spPr/>
      <dgm:t>
        <a:bodyPr/>
        <a:lstStyle/>
        <a:p>
          <a:endParaRPr lang="en-IN"/>
        </a:p>
      </dgm:t>
    </dgm:pt>
    <dgm:pt modelId="{18E72ABC-7319-4295-8E7B-F81668CFCE63}" type="pres">
      <dgm:prSet presAssocID="{F3AB3C92-0095-4CD5-822F-746E21EFD9A6}" presName="compNode" presStyleCnt="0"/>
      <dgm:spPr/>
    </dgm:pt>
    <dgm:pt modelId="{BC54C578-200D-4743-B3ED-111909971E82}" type="pres">
      <dgm:prSet presAssocID="{F3AB3C92-0095-4CD5-822F-746E21EFD9A6}" presName="dummyConnPt" presStyleCnt="0"/>
      <dgm:spPr/>
    </dgm:pt>
    <dgm:pt modelId="{81706A52-97B8-477C-BC3D-907DE241702E}" type="pres">
      <dgm:prSet presAssocID="{F3AB3C92-0095-4CD5-822F-746E21EFD9A6}" presName="node" presStyleLbl="node1" presStyleIdx="11" presStyleCnt="12" custLinFactX="-29806" custLinFactNeighborX="-100000" custLinFactNeighborY="-354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C1DDD26-A5E3-477F-9772-DB4EA2F77385}" type="presOf" srcId="{91233E58-AA1D-4CE2-A74F-CD919E1CB20D}" destId="{B878AFAF-0FA7-4B5D-BBC6-10A475FF385B}" srcOrd="0" destOrd="0" presId="urn:microsoft.com/office/officeart/2005/8/layout/bProcess4"/>
    <dgm:cxn modelId="{97B95B24-4CFC-4E76-AEED-0442B356FAFE}" type="presOf" srcId="{AE53376D-5CF9-4B5A-AC72-02AB61876A17}" destId="{8096DCBD-BD41-4272-9C6D-5E4436CD65C6}" srcOrd="0" destOrd="0" presId="urn:microsoft.com/office/officeart/2005/8/layout/bProcess4"/>
    <dgm:cxn modelId="{449C9129-5C35-4C48-8DE5-666CCF4FEAA3}" type="presOf" srcId="{CB0CFAEC-9815-46B5-9475-C1789AFB5FA4}" destId="{24D39FA0-AA90-4C82-BD4C-7B1DE89875FB}" srcOrd="0" destOrd="0" presId="urn:microsoft.com/office/officeart/2005/8/layout/bProcess4"/>
    <dgm:cxn modelId="{9333A5E3-F8C1-4199-BD40-7CD3D2AB5FED}" type="presOf" srcId="{A1B6F4BB-8189-4E18-AAD9-A99554A0DD32}" destId="{D3934E8C-F3BA-418A-8608-F668488FEDC5}" srcOrd="0" destOrd="0" presId="urn:microsoft.com/office/officeart/2005/8/layout/bProcess4"/>
    <dgm:cxn modelId="{7EED53A8-7DB4-4D23-90FA-84B95ADE03E6}" srcId="{3853F466-3C9F-49CF-8777-FF9F82826B0F}" destId="{91233E58-AA1D-4CE2-A74F-CD919E1CB20D}" srcOrd="2" destOrd="0" parTransId="{D29CD31D-E089-4C47-A8E1-54B1FF878D66}" sibTransId="{F61A2023-1AD8-41F0-ACB7-00B7B8A6AAA1}"/>
    <dgm:cxn modelId="{F8F0D27A-D5EC-4C03-8B39-76536C8B5DA9}" type="presOf" srcId="{FF413717-5C25-41D6-8B24-964A0FC4B971}" destId="{B8A623D2-75A6-4923-8B26-D4144F7BB254}" srcOrd="0" destOrd="0" presId="urn:microsoft.com/office/officeart/2005/8/layout/bProcess4"/>
    <dgm:cxn modelId="{7BEDC865-058F-41F1-9841-6A8DE054D91D}" srcId="{3853F466-3C9F-49CF-8777-FF9F82826B0F}" destId="{A959E411-E3EE-43B9-8951-D687E6AA710F}" srcOrd="10" destOrd="0" parTransId="{4E7B6D50-A8D9-4639-9ADA-CA5AB77E34ED}" sibTransId="{B3342FBE-0C5C-4E78-B089-F94EF051BD09}"/>
    <dgm:cxn modelId="{2E21029F-7D65-4C21-BC71-B7F73F1223C1}" srcId="{3853F466-3C9F-49CF-8777-FF9F82826B0F}" destId="{2E627B92-2905-4624-B3F2-8A330F02668B}" srcOrd="7" destOrd="0" parTransId="{2002D771-761E-4DD7-8BDF-1AFDF7F06784}" sibTransId="{DAF9C636-4EBD-4EF1-964B-5C797B96925E}"/>
    <dgm:cxn modelId="{0AB94790-323B-41AF-ACBE-A3223D494C32}" srcId="{3853F466-3C9F-49CF-8777-FF9F82826B0F}" destId="{A1B6F4BB-8189-4E18-AAD9-A99554A0DD32}" srcOrd="5" destOrd="0" parTransId="{E4CFB494-E749-425C-B61E-ECAD0111B9C3}" sibTransId="{468F12DB-40CD-47EE-B34F-FA18A7489357}"/>
    <dgm:cxn modelId="{BF3444BC-366A-401F-A46D-2368F59EB9B3}" srcId="{3853F466-3C9F-49CF-8777-FF9F82826B0F}" destId="{FF413717-5C25-41D6-8B24-964A0FC4B971}" srcOrd="1" destOrd="0" parTransId="{F550ABF0-876E-4881-8196-40BE42E20CAE}" sibTransId="{0E46508E-4590-4F86-BFF1-8A606823E233}"/>
    <dgm:cxn modelId="{38CC5D3F-D4D1-4F38-B8B2-7105880EB066}" srcId="{3853F466-3C9F-49CF-8777-FF9F82826B0F}" destId="{9A6815EC-E715-460B-8C5C-F77E19A9BD13}" srcOrd="0" destOrd="0" parTransId="{019990DA-E093-4D29-B4C9-645137C6DFDD}" sibTransId="{7FF5ED56-A7E8-4789-B573-7C0F32C8485E}"/>
    <dgm:cxn modelId="{913483D2-87C6-4233-803D-47107AE616D1}" type="presOf" srcId="{A1AB2372-D8BD-4638-9C96-3C4C30FBFA93}" destId="{C3801289-E4FD-4ECE-8338-04E5EEBAF7D3}" srcOrd="0" destOrd="0" presId="urn:microsoft.com/office/officeart/2005/8/layout/bProcess4"/>
    <dgm:cxn modelId="{FA4690D0-9D4B-415A-9C95-DCBD0E43A2E6}" type="presOf" srcId="{26936837-08E0-4B1D-A124-BFD7DB3277C3}" destId="{E4D03853-3DD9-4447-A039-5B2AAE2E1786}" srcOrd="0" destOrd="0" presId="urn:microsoft.com/office/officeart/2005/8/layout/bProcess4"/>
    <dgm:cxn modelId="{D2AFE99C-6EF8-4B58-A372-D7C650EBB73C}" srcId="{3853F466-3C9F-49CF-8777-FF9F82826B0F}" destId="{26936837-08E0-4B1D-A124-BFD7DB3277C3}" srcOrd="8" destOrd="0" parTransId="{4699E190-7680-4364-9311-7663F03AB310}" sibTransId="{2F95EFF1-BD1F-4F75-BB54-AAA3CE341107}"/>
    <dgm:cxn modelId="{0DA921D1-3AD6-4B43-A1F0-F6C012F9198B}" srcId="{3853F466-3C9F-49CF-8777-FF9F82826B0F}" destId="{D9718315-063D-46B3-B964-A0ED40C6D7DC}" srcOrd="6" destOrd="0" parTransId="{F1868C1C-A94A-471C-8EF6-D264286FACBA}" sibTransId="{48008AD2-E548-4660-ACDA-BBF59DD605B0}"/>
    <dgm:cxn modelId="{05E99C5C-78AE-4C72-95A5-86CEBD38E40F}" type="presOf" srcId="{2A335DB8-BB93-43EE-AC6D-1B75801C35BD}" destId="{235CA9E4-0292-4CF2-AABB-22E0C7315278}" srcOrd="0" destOrd="0" presId="urn:microsoft.com/office/officeart/2005/8/layout/bProcess4"/>
    <dgm:cxn modelId="{8AA542A9-249C-4E3B-ACC3-627FFA2C9A8E}" type="presOf" srcId="{468F12DB-40CD-47EE-B34F-FA18A7489357}" destId="{037FBC72-BBD9-411B-990C-2D9F464BFB8D}" srcOrd="0" destOrd="0" presId="urn:microsoft.com/office/officeart/2005/8/layout/bProcess4"/>
    <dgm:cxn modelId="{D900B867-2ED8-4F52-97CD-6733EEEE9B26}" type="presOf" srcId="{F3AB3C92-0095-4CD5-822F-746E21EFD9A6}" destId="{81706A52-97B8-477C-BC3D-907DE241702E}" srcOrd="0" destOrd="0" presId="urn:microsoft.com/office/officeart/2005/8/layout/bProcess4"/>
    <dgm:cxn modelId="{77B8267F-96C8-44D7-9890-05A1F59455E6}" type="presOf" srcId="{D9718315-063D-46B3-B964-A0ED40C6D7DC}" destId="{D12F2EF9-DC16-4B2E-A028-1749480221B5}" srcOrd="0" destOrd="0" presId="urn:microsoft.com/office/officeart/2005/8/layout/bProcess4"/>
    <dgm:cxn modelId="{964DDC01-EF7F-4EB0-88B3-7F1B4830D3F2}" type="presOf" srcId="{9A6815EC-E715-460B-8C5C-F77E19A9BD13}" destId="{F9175EFC-8353-47BE-8580-37487D881781}" srcOrd="0" destOrd="0" presId="urn:microsoft.com/office/officeart/2005/8/layout/bProcess4"/>
    <dgm:cxn modelId="{E45819E6-5328-4E88-B643-526F3FBB8F38}" type="presOf" srcId="{0E46508E-4590-4F86-BFF1-8A606823E233}" destId="{5FD0C9B0-5D37-4B3C-B21D-2C354C91AC4C}" srcOrd="0" destOrd="0" presId="urn:microsoft.com/office/officeart/2005/8/layout/bProcess4"/>
    <dgm:cxn modelId="{2BC3035C-38E2-49D5-B39D-675C5380C957}" type="presOf" srcId="{03440BA3-B3A4-4B58-AF4D-721EA59555AF}" destId="{E52DECA3-3636-4D55-92CE-B43B85F0FECC}" srcOrd="0" destOrd="0" presId="urn:microsoft.com/office/officeart/2005/8/layout/bProcess4"/>
    <dgm:cxn modelId="{DB048B64-91BC-4E74-8DA8-23F698AC28D6}" type="presOf" srcId="{F61A2023-1AD8-41F0-ACB7-00B7B8A6AAA1}" destId="{821F3007-DB8B-4AE8-9E26-BA2A4BEA08E9}" srcOrd="0" destOrd="0" presId="urn:microsoft.com/office/officeart/2005/8/layout/bProcess4"/>
    <dgm:cxn modelId="{1388CF2F-1A95-42D1-8216-93C95870CF36}" type="presOf" srcId="{2E627B92-2905-4624-B3F2-8A330F02668B}" destId="{63D3BE02-F372-4567-A97F-68A1F2E16F63}" srcOrd="0" destOrd="0" presId="urn:microsoft.com/office/officeart/2005/8/layout/bProcess4"/>
    <dgm:cxn modelId="{82EBF7D6-92DF-4336-B0F2-3CE618DB74E6}" type="presOf" srcId="{7FF5ED56-A7E8-4789-B573-7C0F32C8485E}" destId="{19E26919-7F57-49E8-BB09-95C3786BE793}" srcOrd="0" destOrd="0" presId="urn:microsoft.com/office/officeart/2005/8/layout/bProcess4"/>
    <dgm:cxn modelId="{3D92D716-FC5D-42DA-896F-00EC8521563B}" type="presOf" srcId="{2F95EFF1-BD1F-4F75-BB54-AAA3CE341107}" destId="{C90B6D54-3881-4B91-8DDD-A4109DD6504D}" srcOrd="0" destOrd="0" presId="urn:microsoft.com/office/officeart/2005/8/layout/bProcess4"/>
    <dgm:cxn modelId="{1A74A415-ECDD-4926-9A44-68540FEE907D}" type="presOf" srcId="{B3342FBE-0C5C-4E78-B089-F94EF051BD09}" destId="{CBE5342A-3982-40D1-B3D1-BD0F97A6AF08}" srcOrd="0" destOrd="0" presId="urn:microsoft.com/office/officeart/2005/8/layout/bProcess4"/>
    <dgm:cxn modelId="{B1DFC5E7-358F-4BFD-8324-A2037788B20D}" type="presOf" srcId="{DAF9C636-4EBD-4EF1-964B-5C797B96925E}" destId="{A31DB945-5F5B-4627-8640-F994D3D8DD3B}" srcOrd="0" destOrd="0" presId="urn:microsoft.com/office/officeart/2005/8/layout/bProcess4"/>
    <dgm:cxn modelId="{D4266D1B-2ECB-4EC9-B9DD-2CADD7C2AC2D}" srcId="{3853F466-3C9F-49CF-8777-FF9F82826B0F}" destId="{2A335DB8-BB93-43EE-AC6D-1B75801C35BD}" srcOrd="4" destOrd="0" parTransId="{6B7984EE-C72F-4DE3-8C3F-BA12C6C00F76}" sibTransId="{03440BA3-B3A4-4B58-AF4D-721EA59555AF}"/>
    <dgm:cxn modelId="{F690ED41-30BB-44E7-840F-E740E60C190C}" srcId="{3853F466-3C9F-49CF-8777-FF9F82826B0F}" destId="{F3AB3C92-0095-4CD5-822F-746E21EFD9A6}" srcOrd="11" destOrd="0" parTransId="{1F15F705-BF4D-4AE2-AAD7-D07570E30CC5}" sibTransId="{FE9912C8-CCF3-4E5E-8A0C-79DE0A624CF5}"/>
    <dgm:cxn modelId="{89212C79-F94C-4E14-A63A-E4AC740C8827}" type="presOf" srcId="{3853F466-3C9F-49CF-8777-FF9F82826B0F}" destId="{CBA18B27-4055-4C76-80E3-F3F59711D73B}" srcOrd="0" destOrd="0" presId="urn:microsoft.com/office/officeart/2005/8/layout/bProcess4"/>
    <dgm:cxn modelId="{93776633-4041-4645-84E6-EA0982FA58B0}" srcId="{3853F466-3C9F-49CF-8777-FF9F82826B0F}" destId="{DC54821A-B33E-4BF5-83D8-F4FF61AAD935}" srcOrd="3" destOrd="0" parTransId="{9ABFD7DD-22DD-4075-ACD9-64A84B95BF24}" sibTransId="{A1AB2372-D8BD-4638-9C96-3C4C30FBFA93}"/>
    <dgm:cxn modelId="{A09C3F9E-207B-496B-8F08-A79804E82ED8}" srcId="{3853F466-3C9F-49CF-8777-FF9F82826B0F}" destId="{AE53376D-5CF9-4B5A-AC72-02AB61876A17}" srcOrd="9" destOrd="0" parTransId="{85BE5001-1AC2-4CB0-949C-E3CE199EFEB0}" sibTransId="{CB0CFAEC-9815-46B5-9475-C1789AFB5FA4}"/>
    <dgm:cxn modelId="{2FAD3B93-AFD5-40B7-A059-E9E97CD0CF90}" type="presOf" srcId="{A959E411-E3EE-43B9-8951-D687E6AA710F}" destId="{4EC5258B-4D74-4473-8F90-D072305C55A2}" srcOrd="0" destOrd="0" presId="urn:microsoft.com/office/officeart/2005/8/layout/bProcess4"/>
    <dgm:cxn modelId="{9F8347DB-4DE9-4C20-B096-1A785102420B}" type="presOf" srcId="{DC54821A-B33E-4BF5-83D8-F4FF61AAD935}" destId="{D7AF1FC9-C664-48E1-88BB-EC445F77B10B}" srcOrd="0" destOrd="0" presId="urn:microsoft.com/office/officeart/2005/8/layout/bProcess4"/>
    <dgm:cxn modelId="{138A834A-2783-4BA7-AD66-BEC91BB1C3E4}" type="presOf" srcId="{48008AD2-E548-4660-ACDA-BBF59DD605B0}" destId="{D58EB879-3168-4AB2-811F-64109D21410B}" srcOrd="0" destOrd="0" presId="urn:microsoft.com/office/officeart/2005/8/layout/bProcess4"/>
    <dgm:cxn modelId="{6F9A7F00-55AF-42BE-A282-A8632F4087E0}" type="presParOf" srcId="{CBA18B27-4055-4C76-80E3-F3F59711D73B}" destId="{CE2581A7-9799-4448-84EE-4D363B2886BB}" srcOrd="0" destOrd="0" presId="urn:microsoft.com/office/officeart/2005/8/layout/bProcess4"/>
    <dgm:cxn modelId="{474421FB-A7AC-4FD5-80B5-CEA8A75C422D}" type="presParOf" srcId="{CE2581A7-9799-4448-84EE-4D363B2886BB}" destId="{8CA3E91F-BBC8-4341-A3D0-BD8584474ED7}" srcOrd="0" destOrd="0" presId="urn:microsoft.com/office/officeart/2005/8/layout/bProcess4"/>
    <dgm:cxn modelId="{ED8AC189-F3BD-4A3B-9F92-0E2DFA56C14B}" type="presParOf" srcId="{CE2581A7-9799-4448-84EE-4D363B2886BB}" destId="{F9175EFC-8353-47BE-8580-37487D881781}" srcOrd="1" destOrd="0" presId="urn:microsoft.com/office/officeart/2005/8/layout/bProcess4"/>
    <dgm:cxn modelId="{03C0D5A7-86F9-4C76-9A77-8B9F2829A8FA}" type="presParOf" srcId="{CBA18B27-4055-4C76-80E3-F3F59711D73B}" destId="{19E26919-7F57-49E8-BB09-95C3786BE793}" srcOrd="1" destOrd="0" presId="urn:microsoft.com/office/officeart/2005/8/layout/bProcess4"/>
    <dgm:cxn modelId="{A18A8D6A-FBE5-4A28-8ABA-6EC698D80E6B}" type="presParOf" srcId="{CBA18B27-4055-4C76-80E3-F3F59711D73B}" destId="{AB0CDEBC-3A48-456B-996D-BB02D56C05B0}" srcOrd="2" destOrd="0" presId="urn:microsoft.com/office/officeart/2005/8/layout/bProcess4"/>
    <dgm:cxn modelId="{25FC5053-9A4B-4E1E-8324-5EA43E9501AA}" type="presParOf" srcId="{AB0CDEBC-3A48-456B-996D-BB02D56C05B0}" destId="{83C0E842-537D-4027-9A0A-11A718E6AFF2}" srcOrd="0" destOrd="0" presId="urn:microsoft.com/office/officeart/2005/8/layout/bProcess4"/>
    <dgm:cxn modelId="{74151489-BA11-4FCD-B20D-7EDEDEB352A0}" type="presParOf" srcId="{AB0CDEBC-3A48-456B-996D-BB02D56C05B0}" destId="{B8A623D2-75A6-4923-8B26-D4144F7BB254}" srcOrd="1" destOrd="0" presId="urn:microsoft.com/office/officeart/2005/8/layout/bProcess4"/>
    <dgm:cxn modelId="{9E69C2A1-D6CA-4930-8FA6-1E01BEBB485A}" type="presParOf" srcId="{CBA18B27-4055-4C76-80E3-F3F59711D73B}" destId="{5FD0C9B0-5D37-4B3C-B21D-2C354C91AC4C}" srcOrd="3" destOrd="0" presId="urn:microsoft.com/office/officeart/2005/8/layout/bProcess4"/>
    <dgm:cxn modelId="{9A48A8DA-3994-4279-A51D-5E9FD50AD873}" type="presParOf" srcId="{CBA18B27-4055-4C76-80E3-F3F59711D73B}" destId="{C4FB50CD-4E2C-4970-B42E-A8EB919A8662}" srcOrd="4" destOrd="0" presId="urn:microsoft.com/office/officeart/2005/8/layout/bProcess4"/>
    <dgm:cxn modelId="{81FB796E-A52E-4D20-8C42-37EBA87A0029}" type="presParOf" srcId="{C4FB50CD-4E2C-4970-B42E-A8EB919A8662}" destId="{913279E3-F373-4B60-B726-FA51CE8E32B8}" srcOrd="0" destOrd="0" presId="urn:microsoft.com/office/officeart/2005/8/layout/bProcess4"/>
    <dgm:cxn modelId="{762F18E3-DB38-4CFE-AAAB-B429E0A8AAC9}" type="presParOf" srcId="{C4FB50CD-4E2C-4970-B42E-A8EB919A8662}" destId="{B878AFAF-0FA7-4B5D-BBC6-10A475FF385B}" srcOrd="1" destOrd="0" presId="urn:microsoft.com/office/officeart/2005/8/layout/bProcess4"/>
    <dgm:cxn modelId="{47E7B722-6B6B-4E0A-982F-898E1E8A22BB}" type="presParOf" srcId="{CBA18B27-4055-4C76-80E3-F3F59711D73B}" destId="{821F3007-DB8B-4AE8-9E26-BA2A4BEA08E9}" srcOrd="5" destOrd="0" presId="urn:microsoft.com/office/officeart/2005/8/layout/bProcess4"/>
    <dgm:cxn modelId="{490C6F0F-7D8D-474A-AB03-62F8ECAB6F94}" type="presParOf" srcId="{CBA18B27-4055-4C76-80E3-F3F59711D73B}" destId="{E0618B98-127A-4D84-A53B-069CED77EDFC}" srcOrd="6" destOrd="0" presId="urn:microsoft.com/office/officeart/2005/8/layout/bProcess4"/>
    <dgm:cxn modelId="{43CB48D5-DE24-4EDA-9B56-856BCFD27401}" type="presParOf" srcId="{E0618B98-127A-4D84-A53B-069CED77EDFC}" destId="{385B657A-F383-4A5C-97C2-71273639266E}" srcOrd="0" destOrd="0" presId="urn:microsoft.com/office/officeart/2005/8/layout/bProcess4"/>
    <dgm:cxn modelId="{A2F8AA8F-72E7-4B2B-B562-F3CEF7A74ADB}" type="presParOf" srcId="{E0618B98-127A-4D84-A53B-069CED77EDFC}" destId="{D7AF1FC9-C664-48E1-88BB-EC445F77B10B}" srcOrd="1" destOrd="0" presId="urn:microsoft.com/office/officeart/2005/8/layout/bProcess4"/>
    <dgm:cxn modelId="{85C53719-4327-48F6-97AA-53587DC172CC}" type="presParOf" srcId="{CBA18B27-4055-4C76-80E3-F3F59711D73B}" destId="{C3801289-E4FD-4ECE-8338-04E5EEBAF7D3}" srcOrd="7" destOrd="0" presId="urn:microsoft.com/office/officeart/2005/8/layout/bProcess4"/>
    <dgm:cxn modelId="{8D22572C-8792-43D0-A42F-96ABFEA11183}" type="presParOf" srcId="{CBA18B27-4055-4C76-80E3-F3F59711D73B}" destId="{D3524300-81EA-41AA-B9CE-756263A7D3F3}" srcOrd="8" destOrd="0" presId="urn:microsoft.com/office/officeart/2005/8/layout/bProcess4"/>
    <dgm:cxn modelId="{38EE29D3-9E0B-47DA-9608-3A7598C560B1}" type="presParOf" srcId="{D3524300-81EA-41AA-B9CE-756263A7D3F3}" destId="{42DC1671-C739-4A3B-9366-45C771AB0B4F}" srcOrd="0" destOrd="0" presId="urn:microsoft.com/office/officeart/2005/8/layout/bProcess4"/>
    <dgm:cxn modelId="{822EC7AE-B9D6-470A-8F89-058C5DE1DDD7}" type="presParOf" srcId="{D3524300-81EA-41AA-B9CE-756263A7D3F3}" destId="{235CA9E4-0292-4CF2-AABB-22E0C7315278}" srcOrd="1" destOrd="0" presId="urn:microsoft.com/office/officeart/2005/8/layout/bProcess4"/>
    <dgm:cxn modelId="{49904A04-BDCA-409A-B25F-465FD5ABA752}" type="presParOf" srcId="{CBA18B27-4055-4C76-80E3-F3F59711D73B}" destId="{E52DECA3-3636-4D55-92CE-B43B85F0FECC}" srcOrd="9" destOrd="0" presId="urn:microsoft.com/office/officeart/2005/8/layout/bProcess4"/>
    <dgm:cxn modelId="{172E72F8-C1CF-499E-86F9-0999A8BBF231}" type="presParOf" srcId="{CBA18B27-4055-4C76-80E3-F3F59711D73B}" destId="{AAE8D151-78DD-4F79-8474-6153755F8F96}" srcOrd="10" destOrd="0" presId="urn:microsoft.com/office/officeart/2005/8/layout/bProcess4"/>
    <dgm:cxn modelId="{08B6148E-FB02-42C5-B3BB-02C919228B90}" type="presParOf" srcId="{AAE8D151-78DD-4F79-8474-6153755F8F96}" destId="{F96C5BF6-9E71-40E3-8810-E40926640362}" srcOrd="0" destOrd="0" presId="urn:microsoft.com/office/officeart/2005/8/layout/bProcess4"/>
    <dgm:cxn modelId="{560B78F1-9B8D-4D6D-812E-8CE86195FC04}" type="presParOf" srcId="{AAE8D151-78DD-4F79-8474-6153755F8F96}" destId="{D3934E8C-F3BA-418A-8608-F668488FEDC5}" srcOrd="1" destOrd="0" presId="urn:microsoft.com/office/officeart/2005/8/layout/bProcess4"/>
    <dgm:cxn modelId="{FDD000F7-5216-4CDC-B366-15CA8AA4699A}" type="presParOf" srcId="{CBA18B27-4055-4C76-80E3-F3F59711D73B}" destId="{037FBC72-BBD9-411B-990C-2D9F464BFB8D}" srcOrd="11" destOrd="0" presId="urn:microsoft.com/office/officeart/2005/8/layout/bProcess4"/>
    <dgm:cxn modelId="{33C11B96-0EB9-413F-9CD7-41087F45ECCD}" type="presParOf" srcId="{CBA18B27-4055-4C76-80E3-F3F59711D73B}" destId="{19C004EE-0093-4340-AD44-272D3137D252}" srcOrd="12" destOrd="0" presId="urn:microsoft.com/office/officeart/2005/8/layout/bProcess4"/>
    <dgm:cxn modelId="{4C542D65-0535-4075-91F2-07B0833DA77F}" type="presParOf" srcId="{19C004EE-0093-4340-AD44-272D3137D252}" destId="{339EBD1C-87FA-43BA-9576-29E57992C4B6}" srcOrd="0" destOrd="0" presId="urn:microsoft.com/office/officeart/2005/8/layout/bProcess4"/>
    <dgm:cxn modelId="{1D9F8B50-25B3-42E5-85D6-700BCDDB1019}" type="presParOf" srcId="{19C004EE-0093-4340-AD44-272D3137D252}" destId="{D12F2EF9-DC16-4B2E-A028-1749480221B5}" srcOrd="1" destOrd="0" presId="urn:microsoft.com/office/officeart/2005/8/layout/bProcess4"/>
    <dgm:cxn modelId="{354E8B4A-FF6B-49DA-96BF-5CB21621A8AE}" type="presParOf" srcId="{CBA18B27-4055-4C76-80E3-F3F59711D73B}" destId="{D58EB879-3168-4AB2-811F-64109D21410B}" srcOrd="13" destOrd="0" presId="urn:microsoft.com/office/officeart/2005/8/layout/bProcess4"/>
    <dgm:cxn modelId="{2DA9D7F7-2B1F-4BB7-B8E7-38C561548AAF}" type="presParOf" srcId="{CBA18B27-4055-4C76-80E3-F3F59711D73B}" destId="{56E2DE88-4F74-4F43-980B-D5D9DD2E9ED1}" srcOrd="14" destOrd="0" presId="urn:microsoft.com/office/officeart/2005/8/layout/bProcess4"/>
    <dgm:cxn modelId="{BABF59F9-A15C-4413-9861-B7EC88725237}" type="presParOf" srcId="{56E2DE88-4F74-4F43-980B-D5D9DD2E9ED1}" destId="{0ED62358-001C-448C-B413-03D47AFEBC76}" srcOrd="0" destOrd="0" presId="urn:microsoft.com/office/officeart/2005/8/layout/bProcess4"/>
    <dgm:cxn modelId="{5C00625E-0E67-4105-8CC9-6A964CB0B6CC}" type="presParOf" srcId="{56E2DE88-4F74-4F43-980B-D5D9DD2E9ED1}" destId="{63D3BE02-F372-4567-A97F-68A1F2E16F63}" srcOrd="1" destOrd="0" presId="urn:microsoft.com/office/officeart/2005/8/layout/bProcess4"/>
    <dgm:cxn modelId="{BA24D3F1-ABC1-42D3-A3F5-48F7C1857947}" type="presParOf" srcId="{CBA18B27-4055-4C76-80E3-F3F59711D73B}" destId="{A31DB945-5F5B-4627-8640-F994D3D8DD3B}" srcOrd="15" destOrd="0" presId="urn:microsoft.com/office/officeart/2005/8/layout/bProcess4"/>
    <dgm:cxn modelId="{1AD1D7CD-8EC0-45B1-B66B-FA74049CC31E}" type="presParOf" srcId="{CBA18B27-4055-4C76-80E3-F3F59711D73B}" destId="{E224067D-685B-488A-8DC5-281ED4ECA471}" srcOrd="16" destOrd="0" presId="urn:microsoft.com/office/officeart/2005/8/layout/bProcess4"/>
    <dgm:cxn modelId="{16A9BC49-01DE-4A92-93D4-A4879B0B309A}" type="presParOf" srcId="{E224067D-685B-488A-8DC5-281ED4ECA471}" destId="{D17B1EF3-FF86-49A1-BB65-55F5306508FB}" srcOrd="0" destOrd="0" presId="urn:microsoft.com/office/officeart/2005/8/layout/bProcess4"/>
    <dgm:cxn modelId="{4AD4D813-1905-42D7-BE69-49D88107E6AF}" type="presParOf" srcId="{E224067D-685B-488A-8DC5-281ED4ECA471}" destId="{E4D03853-3DD9-4447-A039-5B2AAE2E1786}" srcOrd="1" destOrd="0" presId="urn:microsoft.com/office/officeart/2005/8/layout/bProcess4"/>
    <dgm:cxn modelId="{E7DA8DF4-6760-4B10-8B74-5D482B01B24F}" type="presParOf" srcId="{CBA18B27-4055-4C76-80E3-F3F59711D73B}" destId="{C90B6D54-3881-4B91-8DDD-A4109DD6504D}" srcOrd="17" destOrd="0" presId="urn:microsoft.com/office/officeart/2005/8/layout/bProcess4"/>
    <dgm:cxn modelId="{AC06176E-0C8B-4FF6-9B4E-B3E6DB5CD944}" type="presParOf" srcId="{CBA18B27-4055-4C76-80E3-F3F59711D73B}" destId="{82AC8F29-B891-4301-B00F-F2B2BF309695}" srcOrd="18" destOrd="0" presId="urn:microsoft.com/office/officeart/2005/8/layout/bProcess4"/>
    <dgm:cxn modelId="{2782271D-1297-4DA7-95CD-0084A394933A}" type="presParOf" srcId="{82AC8F29-B891-4301-B00F-F2B2BF309695}" destId="{AE53FFD8-70FD-4C23-AFB8-B7F11BC532DD}" srcOrd="0" destOrd="0" presId="urn:microsoft.com/office/officeart/2005/8/layout/bProcess4"/>
    <dgm:cxn modelId="{76BC7078-37BC-4197-907A-3BA0BC3530D5}" type="presParOf" srcId="{82AC8F29-B891-4301-B00F-F2B2BF309695}" destId="{8096DCBD-BD41-4272-9C6D-5E4436CD65C6}" srcOrd="1" destOrd="0" presId="urn:microsoft.com/office/officeart/2005/8/layout/bProcess4"/>
    <dgm:cxn modelId="{AFE3228E-1FD9-4DF4-9669-AF90324CFF0E}" type="presParOf" srcId="{CBA18B27-4055-4C76-80E3-F3F59711D73B}" destId="{24D39FA0-AA90-4C82-BD4C-7B1DE89875FB}" srcOrd="19" destOrd="0" presId="urn:microsoft.com/office/officeart/2005/8/layout/bProcess4"/>
    <dgm:cxn modelId="{F0328C0F-2E64-4FD1-B02B-423AA4600D91}" type="presParOf" srcId="{CBA18B27-4055-4C76-80E3-F3F59711D73B}" destId="{AE22B34A-5BFE-4F60-9289-2FA66E87C460}" srcOrd="20" destOrd="0" presId="urn:microsoft.com/office/officeart/2005/8/layout/bProcess4"/>
    <dgm:cxn modelId="{3A055C54-B894-4EBE-870D-905975DF6082}" type="presParOf" srcId="{AE22B34A-5BFE-4F60-9289-2FA66E87C460}" destId="{28E18DAC-B0F8-4BEE-8EC2-A84E91368EFD}" srcOrd="0" destOrd="0" presId="urn:microsoft.com/office/officeart/2005/8/layout/bProcess4"/>
    <dgm:cxn modelId="{B10C005C-3789-4912-98EE-883009BE39B7}" type="presParOf" srcId="{AE22B34A-5BFE-4F60-9289-2FA66E87C460}" destId="{4EC5258B-4D74-4473-8F90-D072305C55A2}" srcOrd="1" destOrd="0" presId="urn:microsoft.com/office/officeart/2005/8/layout/bProcess4"/>
    <dgm:cxn modelId="{2C02974D-54AB-49DF-8EB2-B5D687606113}" type="presParOf" srcId="{CBA18B27-4055-4C76-80E3-F3F59711D73B}" destId="{CBE5342A-3982-40D1-B3D1-BD0F97A6AF08}" srcOrd="21" destOrd="0" presId="urn:microsoft.com/office/officeart/2005/8/layout/bProcess4"/>
    <dgm:cxn modelId="{906E55F5-C0B4-4DC0-89A0-241C92982B8A}" type="presParOf" srcId="{CBA18B27-4055-4C76-80E3-F3F59711D73B}" destId="{18E72ABC-7319-4295-8E7B-F81668CFCE63}" srcOrd="22" destOrd="0" presId="urn:microsoft.com/office/officeart/2005/8/layout/bProcess4"/>
    <dgm:cxn modelId="{5AA12D6D-48A4-4786-BC66-657589F8DE7C}" type="presParOf" srcId="{18E72ABC-7319-4295-8E7B-F81668CFCE63}" destId="{BC54C578-200D-4743-B3ED-111909971E82}" srcOrd="0" destOrd="0" presId="urn:microsoft.com/office/officeart/2005/8/layout/bProcess4"/>
    <dgm:cxn modelId="{2159CDB5-B561-43C5-B4BD-19C0B364F928}" type="presParOf" srcId="{18E72ABC-7319-4295-8E7B-F81668CFCE63}" destId="{81706A52-97B8-477C-BC3D-907DE241702E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26919-7F57-49E8-BB09-95C3786BE793}">
      <dsp:nvSpPr>
        <dsp:cNvPr id="0" name=""/>
        <dsp:cNvSpPr/>
      </dsp:nvSpPr>
      <dsp:spPr>
        <a:xfrm rot="5400000">
          <a:off x="309495" y="1180878"/>
          <a:ext cx="1846893" cy="222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75EFC-8353-47BE-8580-37487D881781}">
      <dsp:nvSpPr>
        <dsp:cNvPr id="0" name=""/>
        <dsp:cNvSpPr/>
      </dsp:nvSpPr>
      <dsp:spPr>
        <a:xfrm>
          <a:off x="733948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Research and Evaluation</a:t>
          </a:r>
          <a:endParaRPr lang="en-IN" sz="2300" kern="1200" dirty="0"/>
        </a:p>
      </dsp:txBody>
      <dsp:txXfrm>
        <a:off x="777421" y="45060"/>
        <a:ext cx="2386863" cy="1397339"/>
      </dsp:txXfrm>
    </dsp:sp>
    <dsp:sp modelId="{5FD0C9B0-5D37-4B3C-B21D-2C354C91AC4C}">
      <dsp:nvSpPr>
        <dsp:cNvPr id="0" name=""/>
        <dsp:cNvSpPr/>
      </dsp:nvSpPr>
      <dsp:spPr>
        <a:xfrm rot="5400000">
          <a:off x="309495" y="3036236"/>
          <a:ext cx="1846893" cy="222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23D2-75A6-4923-8B26-D4144F7BB254}">
      <dsp:nvSpPr>
        <dsp:cNvPr id="0" name=""/>
        <dsp:cNvSpPr/>
      </dsp:nvSpPr>
      <dsp:spPr>
        <a:xfrm>
          <a:off x="733948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Sign Up and Registration</a:t>
          </a:r>
          <a:endParaRPr lang="en-IN" sz="2300" kern="1200" dirty="0"/>
        </a:p>
      </dsp:txBody>
      <dsp:txXfrm>
        <a:off x="777421" y="1900417"/>
        <a:ext cx="2386863" cy="1397339"/>
      </dsp:txXfrm>
    </dsp:sp>
    <dsp:sp modelId="{821F3007-DB8B-4AE8-9E26-BA2A4BEA08E9}">
      <dsp:nvSpPr>
        <dsp:cNvPr id="0" name=""/>
        <dsp:cNvSpPr/>
      </dsp:nvSpPr>
      <dsp:spPr>
        <a:xfrm>
          <a:off x="1237174" y="3963914"/>
          <a:ext cx="3281703" cy="222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8AFAF-0FA7-4B5D-BBC6-10A475FF385B}">
      <dsp:nvSpPr>
        <dsp:cNvPr id="0" name=""/>
        <dsp:cNvSpPr/>
      </dsp:nvSpPr>
      <dsp:spPr>
        <a:xfrm>
          <a:off x="733948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1</a:t>
          </a:r>
          <a:r>
            <a:rPr lang="en-US" sz="2300" kern="1200" baseline="30000" dirty="0" smtClean="0"/>
            <a:t>st</a:t>
          </a:r>
          <a:r>
            <a:rPr lang="en-US" sz="2300" kern="1200" dirty="0" smtClean="0"/>
            <a:t> Level Verification </a:t>
          </a:r>
          <a:endParaRPr lang="en-IN" sz="2300" kern="1200" dirty="0"/>
        </a:p>
      </dsp:txBody>
      <dsp:txXfrm>
        <a:off x="777421" y="3755774"/>
        <a:ext cx="2386863" cy="1397339"/>
      </dsp:txXfrm>
    </dsp:sp>
    <dsp:sp modelId="{C3801289-E4FD-4ECE-8338-04E5EEBAF7D3}">
      <dsp:nvSpPr>
        <dsp:cNvPr id="0" name=""/>
        <dsp:cNvSpPr/>
      </dsp:nvSpPr>
      <dsp:spPr>
        <a:xfrm rot="16200000">
          <a:off x="3599662" y="3036236"/>
          <a:ext cx="1846893" cy="2226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F1FC9-C664-48E1-88BB-EC445F77B10B}">
      <dsp:nvSpPr>
        <dsp:cNvPr id="0" name=""/>
        <dsp:cNvSpPr/>
      </dsp:nvSpPr>
      <dsp:spPr>
        <a:xfrm>
          <a:off x="4024115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Payment and Subscription</a:t>
          </a:r>
          <a:endParaRPr lang="en-IN" sz="2300" kern="1200" dirty="0"/>
        </a:p>
      </dsp:txBody>
      <dsp:txXfrm>
        <a:off x="4067588" y="3755774"/>
        <a:ext cx="2386863" cy="1397339"/>
      </dsp:txXfrm>
    </dsp:sp>
    <dsp:sp modelId="{E52DECA3-3636-4D55-92CE-B43B85F0FECC}">
      <dsp:nvSpPr>
        <dsp:cNvPr id="0" name=""/>
        <dsp:cNvSpPr/>
      </dsp:nvSpPr>
      <dsp:spPr>
        <a:xfrm rot="16200000">
          <a:off x="3599662" y="1180878"/>
          <a:ext cx="1846893" cy="2226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CA9E4-0292-4CF2-AABB-22E0C7315278}">
      <dsp:nvSpPr>
        <dsp:cNvPr id="0" name=""/>
        <dsp:cNvSpPr/>
      </dsp:nvSpPr>
      <dsp:spPr>
        <a:xfrm>
          <a:off x="4024115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Order confirmation by CDAC</a:t>
          </a:r>
          <a:endParaRPr lang="en-IN" sz="2300" kern="1200" dirty="0"/>
        </a:p>
      </dsp:txBody>
      <dsp:txXfrm>
        <a:off x="4067588" y="1900417"/>
        <a:ext cx="2386863" cy="1397339"/>
      </dsp:txXfrm>
    </dsp:sp>
    <dsp:sp modelId="{037FBC72-BBD9-411B-990C-2D9F464BFB8D}">
      <dsp:nvSpPr>
        <dsp:cNvPr id="0" name=""/>
        <dsp:cNvSpPr/>
      </dsp:nvSpPr>
      <dsp:spPr>
        <a:xfrm>
          <a:off x="4527340" y="253200"/>
          <a:ext cx="3281703" cy="222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34E8C-F3BA-418A-8608-F668488FEDC5}">
      <dsp:nvSpPr>
        <dsp:cNvPr id="0" name=""/>
        <dsp:cNvSpPr/>
      </dsp:nvSpPr>
      <dsp:spPr>
        <a:xfrm>
          <a:off x="4024115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Configuration and Customization</a:t>
          </a:r>
          <a:endParaRPr lang="en-IN" sz="2300" kern="1200" dirty="0"/>
        </a:p>
      </dsp:txBody>
      <dsp:txXfrm>
        <a:off x="4067588" y="45060"/>
        <a:ext cx="2386863" cy="1397339"/>
      </dsp:txXfrm>
    </dsp:sp>
    <dsp:sp modelId="{D58EB879-3168-4AB2-811F-64109D21410B}">
      <dsp:nvSpPr>
        <dsp:cNvPr id="0" name=""/>
        <dsp:cNvSpPr/>
      </dsp:nvSpPr>
      <dsp:spPr>
        <a:xfrm rot="5400000">
          <a:off x="6889829" y="1180878"/>
          <a:ext cx="1846893" cy="222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F2EF9-DC16-4B2E-A028-1749480221B5}">
      <dsp:nvSpPr>
        <dsp:cNvPr id="0" name=""/>
        <dsp:cNvSpPr/>
      </dsp:nvSpPr>
      <dsp:spPr>
        <a:xfrm>
          <a:off x="7314282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Data Migration / API Integration (if any)</a:t>
          </a:r>
          <a:endParaRPr lang="en-IN" sz="2300" kern="1200" dirty="0"/>
        </a:p>
      </dsp:txBody>
      <dsp:txXfrm>
        <a:off x="7357755" y="45060"/>
        <a:ext cx="2386863" cy="1397339"/>
      </dsp:txXfrm>
    </dsp:sp>
    <dsp:sp modelId="{A31DB945-5F5B-4627-8640-F994D3D8DD3B}">
      <dsp:nvSpPr>
        <dsp:cNvPr id="0" name=""/>
        <dsp:cNvSpPr/>
      </dsp:nvSpPr>
      <dsp:spPr>
        <a:xfrm rot="5400000">
          <a:off x="6889829" y="3036236"/>
          <a:ext cx="1846893" cy="222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3BE02-F372-4567-A97F-68A1F2E16F63}">
      <dsp:nvSpPr>
        <dsp:cNvPr id="0" name=""/>
        <dsp:cNvSpPr/>
      </dsp:nvSpPr>
      <dsp:spPr>
        <a:xfrm>
          <a:off x="7314282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Training </a:t>
          </a:r>
          <a:r>
            <a:rPr lang="en-IN" sz="2300" kern="1200" dirty="0" err="1" smtClean="0"/>
            <a:t>Onboarding</a:t>
          </a:r>
          <a:endParaRPr lang="en-IN" sz="2300" kern="1200" dirty="0" smtClean="0"/>
        </a:p>
      </dsp:txBody>
      <dsp:txXfrm>
        <a:off x="7357755" y="1900417"/>
        <a:ext cx="2386863" cy="1397339"/>
      </dsp:txXfrm>
    </dsp:sp>
    <dsp:sp modelId="{E4D03853-3DD9-4447-A039-5B2AAE2E1786}">
      <dsp:nvSpPr>
        <dsp:cNvPr id="0" name=""/>
        <dsp:cNvSpPr/>
      </dsp:nvSpPr>
      <dsp:spPr>
        <a:xfrm>
          <a:off x="7314282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Go-Live &amp;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 smtClean="0"/>
            <a:t>Ongoing Support </a:t>
          </a:r>
          <a:endParaRPr lang="en-IN" sz="2300" kern="1200" dirty="0"/>
        </a:p>
      </dsp:txBody>
      <dsp:txXfrm>
        <a:off x="7357755" y="3755774"/>
        <a:ext cx="2386863" cy="13973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26919-7F57-49E8-BB09-95C3786BE793}">
      <dsp:nvSpPr>
        <dsp:cNvPr id="0" name=""/>
        <dsp:cNvSpPr/>
      </dsp:nvSpPr>
      <dsp:spPr>
        <a:xfrm rot="5400000">
          <a:off x="309495" y="1180878"/>
          <a:ext cx="1846893" cy="222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75EFC-8353-47BE-8580-37487D881781}">
      <dsp:nvSpPr>
        <dsp:cNvPr id="0" name=""/>
        <dsp:cNvSpPr/>
      </dsp:nvSpPr>
      <dsp:spPr>
        <a:xfrm>
          <a:off x="733948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b="1" kern="1200" dirty="0" smtClean="0"/>
            <a:t>Customer:</a:t>
          </a:r>
          <a:r>
            <a:rPr lang="en-IN" sz="2100" kern="1200" dirty="0" smtClean="0"/>
            <a:t> Plan Selection and Order Placement</a:t>
          </a:r>
          <a:endParaRPr lang="en-IN" sz="2100" kern="1200" dirty="0"/>
        </a:p>
      </dsp:txBody>
      <dsp:txXfrm>
        <a:off x="777421" y="45060"/>
        <a:ext cx="2386863" cy="1397339"/>
      </dsp:txXfrm>
    </dsp:sp>
    <dsp:sp modelId="{5FD0C9B0-5D37-4B3C-B21D-2C354C91AC4C}">
      <dsp:nvSpPr>
        <dsp:cNvPr id="0" name=""/>
        <dsp:cNvSpPr/>
      </dsp:nvSpPr>
      <dsp:spPr>
        <a:xfrm rot="5400000">
          <a:off x="309495" y="3036236"/>
          <a:ext cx="1846893" cy="222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23D2-75A6-4923-8B26-D4144F7BB254}">
      <dsp:nvSpPr>
        <dsp:cNvPr id="0" name=""/>
        <dsp:cNvSpPr/>
      </dsp:nvSpPr>
      <dsp:spPr>
        <a:xfrm>
          <a:off x="733948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Customer Information and Billing Details</a:t>
          </a:r>
          <a:endParaRPr lang="en-IN" sz="2100" kern="1200" dirty="0"/>
        </a:p>
      </dsp:txBody>
      <dsp:txXfrm>
        <a:off x="777421" y="1900417"/>
        <a:ext cx="2386863" cy="1397339"/>
      </dsp:txXfrm>
    </dsp:sp>
    <dsp:sp modelId="{821F3007-DB8B-4AE8-9E26-BA2A4BEA08E9}">
      <dsp:nvSpPr>
        <dsp:cNvPr id="0" name=""/>
        <dsp:cNvSpPr/>
      </dsp:nvSpPr>
      <dsp:spPr>
        <a:xfrm>
          <a:off x="1237174" y="3963914"/>
          <a:ext cx="3281703" cy="222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8AFAF-0FA7-4B5D-BBC6-10A475FF385B}">
      <dsp:nvSpPr>
        <dsp:cNvPr id="0" name=""/>
        <dsp:cNvSpPr/>
      </dsp:nvSpPr>
      <dsp:spPr>
        <a:xfrm>
          <a:off x="733948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Payment Processing</a:t>
          </a:r>
          <a:endParaRPr lang="en-IN" sz="2100" kern="1200" dirty="0"/>
        </a:p>
      </dsp:txBody>
      <dsp:txXfrm>
        <a:off x="777421" y="3755774"/>
        <a:ext cx="2386863" cy="1397339"/>
      </dsp:txXfrm>
    </dsp:sp>
    <dsp:sp modelId="{C3801289-E4FD-4ECE-8338-04E5EEBAF7D3}">
      <dsp:nvSpPr>
        <dsp:cNvPr id="0" name=""/>
        <dsp:cNvSpPr/>
      </dsp:nvSpPr>
      <dsp:spPr>
        <a:xfrm rot="16200000">
          <a:off x="3599662" y="3036236"/>
          <a:ext cx="1846893" cy="2226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F1FC9-C664-48E1-88BB-EC445F77B10B}">
      <dsp:nvSpPr>
        <dsp:cNvPr id="0" name=""/>
        <dsp:cNvSpPr/>
      </dsp:nvSpPr>
      <dsp:spPr>
        <a:xfrm>
          <a:off x="4024115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Order Confirmation</a:t>
          </a:r>
          <a:endParaRPr lang="en-IN" sz="2100" kern="1200" dirty="0"/>
        </a:p>
      </dsp:txBody>
      <dsp:txXfrm>
        <a:off x="4067588" y="3755774"/>
        <a:ext cx="2386863" cy="1397339"/>
      </dsp:txXfrm>
    </dsp:sp>
    <dsp:sp modelId="{E52DECA3-3636-4D55-92CE-B43B85F0FECC}">
      <dsp:nvSpPr>
        <dsp:cNvPr id="0" name=""/>
        <dsp:cNvSpPr/>
      </dsp:nvSpPr>
      <dsp:spPr>
        <a:xfrm rot="16200000">
          <a:off x="3599662" y="1180878"/>
          <a:ext cx="1846893" cy="2226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CA9E4-0292-4CF2-AABB-22E0C7315278}">
      <dsp:nvSpPr>
        <dsp:cNvPr id="0" name=""/>
        <dsp:cNvSpPr/>
      </dsp:nvSpPr>
      <dsp:spPr>
        <a:xfrm>
          <a:off x="4024115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Account Creation or Activation </a:t>
          </a:r>
          <a:r>
            <a:rPr lang="en-IN" sz="2100" kern="1200" dirty="0" err="1" smtClean="0"/>
            <a:t>wrt</a:t>
          </a:r>
          <a:r>
            <a:rPr lang="en-IN" sz="2100" kern="1200" dirty="0" smtClean="0"/>
            <a:t> Plan</a:t>
          </a:r>
          <a:endParaRPr lang="en-IN" sz="2100" kern="1200" dirty="0"/>
        </a:p>
      </dsp:txBody>
      <dsp:txXfrm>
        <a:off x="4067588" y="1900417"/>
        <a:ext cx="2386863" cy="1397339"/>
      </dsp:txXfrm>
    </dsp:sp>
    <dsp:sp modelId="{037FBC72-BBD9-411B-990C-2D9F464BFB8D}">
      <dsp:nvSpPr>
        <dsp:cNvPr id="0" name=""/>
        <dsp:cNvSpPr/>
      </dsp:nvSpPr>
      <dsp:spPr>
        <a:xfrm>
          <a:off x="4527340" y="253200"/>
          <a:ext cx="3281703" cy="2226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34E8C-F3BA-418A-8608-F668488FEDC5}">
      <dsp:nvSpPr>
        <dsp:cNvPr id="0" name=""/>
        <dsp:cNvSpPr/>
      </dsp:nvSpPr>
      <dsp:spPr>
        <a:xfrm>
          <a:off x="4024115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Invoice Generation &amp;</a:t>
          </a:r>
        </a:p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Plan Commencement</a:t>
          </a:r>
          <a:endParaRPr lang="en-IN" sz="2100" kern="1200" dirty="0"/>
        </a:p>
      </dsp:txBody>
      <dsp:txXfrm>
        <a:off x="4067588" y="45060"/>
        <a:ext cx="2386863" cy="1397339"/>
      </dsp:txXfrm>
    </dsp:sp>
    <dsp:sp modelId="{D58EB879-3168-4AB2-811F-64109D21410B}">
      <dsp:nvSpPr>
        <dsp:cNvPr id="0" name=""/>
        <dsp:cNvSpPr/>
      </dsp:nvSpPr>
      <dsp:spPr>
        <a:xfrm rot="5400000">
          <a:off x="6889829" y="1180878"/>
          <a:ext cx="1846893" cy="2226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F2EF9-DC16-4B2E-A028-1749480221B5}">
      <dsp:nvSpPr>
        <dsp:cNvPr id="0" name=""/>
        <dsp:cNvSpPr/>
      </dsp:nvSpPr>
      <dsp:spPr>
        <a:xfrm>
          <a:off x="7314282" y="1587"/>
          <a:ext cx="2473809" cy="14842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Recurring Billing </a:t>
          </a:r>
          <a:endParaRPr lang="en-IN" sz="2100" kern="1200" dirty="0"/>
        </a:p>
      </dsp:txBody>
      <dsp:txXfrm>
        <a:off x="7357755" y="45060"/>
        <a:ext cx="2386863" cy="1397339"/>
      </dsp:txXfrm>
    </dsp:sp>
    <dsp:sp modelId="{A31DB945-5F5B-4627-8640-F994D3D8DD3B}">
      <dsp:nvSpPr>
        <dsp:cNvPr id="0" name=""/>
        <dsp:cNvSpPr/>
      </dsp:nvSpPr>
      <dsp:spPr>
        <a:xfrm rot="5400000">
          <a:off x="6889829" y="3036236"/>
          <a:ext cx="1846893" cy="2226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3BE02-F372-4567-A97F-68A1F2E16F63}">
      <dsp:nvSpPr>
        <dsp:cNvPr id="0" name=""/>
        <dsp:cNvSpPr/>
      </dsp:nvSpPr>
      <dsp:spPr>
        <a:xfrm>
          <a:off x="7314282" y="1856944"/>
          <a:ext cx="2473809" cy="1484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b="1" kern="1200" dirty="0" smtClean="0"/>
            <a:t>Renewals and Reminders</a:t>
          </a:r>
          <a:endParaRPr lang="en-IN" sz="2100" kern="1200" dirty="0" smtClean="0"/>
        </a:p>
      </dsp:txBody>
      <dsp:txXfrm>
        <a:off x="7357755" y="1900417"/>
        <a:ext cx="2386863" cy="1397339"/>
      </dsp:txXfrm>
    </dsp:sp>
    <dsp:sp modelId="{E4D03853-3DD9-4447-A039-5B2AAE2E1786}">
      <dsp:nvSpPr>
        <dsp:cNvPr id="0" name=""/>
        <dsp:cNvSpPr/>
      </dsp:nvSpPr>
      <dsp:spPr>
        <a:xfrm>
          <a:off x="7314282" y="3712301"/>
          <a:ext cx="2473809" cy="14842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100" kern="1200" dirty="0" smtClean="0"/>
            <a:t>Upgrades or Downgrades &amp; Support </a:t>
          </a:r>
          <a:endParaRPr lang="en-IN" sz="2100" kern="1200" dirty="0"/>
        </a:p>
      </dsp:txBody>
      <dsp:txXfrm>
        <a:off x="7357755" y="3755774"/>
        <a:ext cx="2386863" cy="1397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26919-7F57-49E8-BB09-95C3786BE793}">
      <dsp:nvSpPr>
        <dsp:cNvPr id="0" name=""/>
        <dsp:cNvSpPr/>
      </dsp:nvSpPr>
      <dsp:spPr>
        <a:xfrm rot="5433031">
          <a:off x="-655370" y="2091802"/>
          <a:ext cx="1322825" cy="165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75EFC-8353-47BE-8580-37487D881781}">
      <dsp:nvSpPr>
        <dsp:cNvPr id="0" name=""/>
        <dsp:cNvSpPr/>
      </dsp:nvSpPr>
      <dsp:spPr>
        <a:xfrm>
          <a:off x="2202746" y="54552"/>
          <a:ext cx="1839363" cy="1103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User Management</a:t>
          </a:r>
          <a:endParaRPr lang="en-IN" sz="1700" b="1" kern="1200" dirty="0"/>
        </a:p>
      </dsp:txBody>
      <dsp:txXfrm>
        <a:off x="2235070" y="86876"/>
        <a:ext cx="1774715" cy="1038970"/>
      </dsp:txXfrm>
    </dsp:sp>
    <dsp:sp modelId="{5FD0C9B0-5D37-4B3C-B21D-2C354C91AC4C}">
      <dsp:nvSpPr>
        <dsp:cNvPr id="0" name=""/>
        <dsp:cNvSpPr/>
      </dsp:nvSpPr>
      <dsp:spPr>
        <a:xfrm rot="5400000">
          <a:off x="-686051" y="2130115"/>
          <a:ext cx="1373563" cy="1655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623D2-75A6-4923-8B26-D4144F7BB254}">
      <dsp:nvSpPr>
        <dsp:cNvPr id="0" name=""/>
        <dsp:cNvSpPr/>
      </dsp:nvSpPr>
      <dsp:spPr>
        <a:xfrm>
          <a:off x="2190036" y="1383275"/>
          <a:ext cx="1839363" cy="11036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Application Settings and Configuration</a:t>
          </a:r>
          <a:endParaRPr lang="en-IN" sz="1700" b="1" kern="1200" dirty="0"/>
        </a:p>
      </dsp:txBody>
      <dsp:txXfrm>
        <a:off x="2222360" y="1415599"/>
        <a:ext cx="1774715" cy="1038970"/>
      </dsp:txXfrm>
    </dsp:sp>
    <dsp:sp modelId="{821F3007-DB8B-4AE8-9E26-BA2A4BEA08E9}">
      <dsp:nvSpPr>
        <dsp:cNvPr id="0" name=""/>
        <dsp:cNvSpPr/>
      </dsp:nvSpPr>
      <dsp:spPr>
        <a:xfrm flipH="1">
          <a:off x="-22897" y="2696581"/>
          <a:ext cx="45794" cy="215399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8AFAF-0FA7-4B5D-BBC6-10A475FF385B}">
      <dsp:nvSpPr>
        <dsp:cNvPr id="0" name=""/>
        <dsp:cNvSpPr/>
      </dsp:nvSpPr>
      <dsp:spPr>
        <a:xfrm>
          <a:off x="2190036" y="2762797"/>
          <a:ext cx="1839363" cy="11036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Notifications &amp; Alerts</a:t>
          </a:r>
          <a:endParaRPr lang="en-IN" sz="1700" b="1" kern="1200" dirty="0"/>
        </a:p>
      </dsp:txBody>
      <dsp:txXfrm>
        <a:off x="2222360" y="2795121"/>
        <a:ext cx="1774715" cy="1038970"/>
      </dsp:txXfrm>
    </dsp:sp>
    <dsp:sp modelId="{C3801289-E4FD-4ECE-8338-04E5EEBAF7D3}">
      <dsp:nvSpPr>
        <dsp:cNvPr id="0" name=""/>
        <dsp:cNvSpPr/>
      </dsp:nvSpPr>
      <dsp:spPr>
        <a:xfrm rot="5375256">
          <a:off x="-1404206" y="3861469"/>
          <a:ext cx="2808412" cy="1676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F1FC9-C664-48E1-88BB-EC445F77B10B}">
      <dsp:nvSpPr>
        <dsp:cNvPr id="0" name=""/>
        <dsp:cNvSpPr/>
      </dsp:nvSpPr>
      <dsp:spPr>
        <a:xfrm>
          <a:off x="2190036" y="4142320"/>
          <a:ext cx="1839363" cy="11036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Support and Documentation</a:t>
          </a:r>
          <a:endParaRPr lang="en-IN" sz="1700" b="1" kern="1200" dirty="0"/>
        </a:p>
      </dsp:txBody>
      <dsp:txXfrm>
        <a:off x="2222360" y="4174644"/>
        <a:ext cx="1774715" cy="1038970"/>
      </dsp:txXfrm>
    </dsp:sp>
    <dsp:sp modelId="{E52DECA3-3636-4D55-92CE-B43B85F0FECC}">
      <dsp:nvSpPr>
        <dsp:cNvPr id="0" name=""/>
        <dsp:cNvSpPr/>
      </dsp:nvSpPr>
      <dsp:spPr>
        <a:xfrm rot="5400000">
          <a:off x="-1388814" y="1305821"/>
          <a:ext cx="2777629" cy="1655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CA9E4-0292-4CF2-AABB-22E0C7315278}">
      <dsp:nvSpPr>
        <dsp:cNvPr id="0" name=""/>
        <dsp:cNvSpPr/>
      </dsp:nvSpPr>
      <dsp:spPr>
        <a:xfrm>
          <a:off x="7071908" y="4104223"/>
          <a:ext cx="1839363" cy="11036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Integration</a:t>
          </a:r>
          <a:endParaRPr lang="en-IN" sz="1700" b="1" kern="1200" dirty="0"/>
        </a:p>
      </dsp:txBody>
      <dsp:txXfrm>
        <a:off x="7104232" y="4136547"/>
        <a:ext cx="1774715" cy="1038970"/>
      </dsp:txXfrm>
    </dsp:sp>
    <dsp:sp modelId="{037FBC72-BBD9-411B-990C-2D9F464BFB8D}">
      <dsp:nvSpPr>
        <dsp:cNvPr id="0" name=""/>
        <dsp:cNvSpPr/>
      </dsp:nvSpPr>
      <dsp:spPr>
        <a:xfrm rot="5400000">
          <a:off x="-686781" y="3254945"/>
          <a:ext cx="1373563" cy="165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34E8C-F3BA-418A-8608-F668488FEDC5}">
      <dsp:nvSpPr>
        <dsp:cNvPr id="0" name=""/>
        <dsp:cNvSpPr/>
      </dsp:nvSpPr>
      <dsp:spPr>
        <a:xfrm>
          <a:off x="4636389" y="2762797"/>
          <a:ext cx="1839363" cy="1103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Subscription Management &amp; Invoicing</a:t>
          </a:r>
          <a:endParaRPr lang="en-IN" sz="1700" kern="1200" dirty="0"/>
        </a:p>
      </dsp:txBody>
      <dsp:txXfrm>
        <a:off x="4668713" y="2795121"/>
        <a:ext cx="1774715" cy="1038970"/>
      </dsp:txXfrm>
    </dsp:sp>
    <dsp:sp modelId="{D58EB879-3168-4AB2-811F-64109D21410B}">
      <dsp:nvSpPr>
        <dsp:cNvPr id="0" name=""/>
        <dsp:cNvSpPr/>
      </dsp:nvSpPr>
      <dsp:spPr>
        <a:xfrm rot="5400000">
          <a:off x="-1357035" y="2267198"/>
          <a:ext cx="2714071" cy="1655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F2EF9-DC16-4B2E-A028-1749480221B5}">
      <dsp:nvSpPr>
        <dsp:cNvPr id="0" name=""/>
        <dsp:cNvSpPr/>
      </dsp:nvSpPr>
      <dsp:spPr>
        <a:xfrm>
          <a:off x="4636389" y="1383275"/>
          <a:ext cx="1839363" cy="11036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Data Management</a:t>
          </a:r>
          <a:endParaRPr lang="en-IN" sz="1700" b="1" kern="1200" dirty="0"/>
        </a:p>
      </dsp:txBody>
      <dsp:txXfrm>
        <a:off x="4668713" y="1415599"/>
        <a:ext cx="1774715" cy="1038970"/>
      </dsp:txXfrm>
    </dsp:sp>
    <dsp:sp modelId="{A31DB945-5F5B-4627-8640-F994D3D8DD3B}">
      <dsp:nvSpPr>
        <dsp:cNvPr id="0" name=""/>
        <dsp:cNvSpPr/>
      </dsp:nvSpPr>
      <dsp:spPr>
        <a:xfrm rot="16195262">
          <a:off x="10509991" y="4140181"/>
          <a:ext cx="1204301" cy="157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3BE02-F372-4567-A97F-68A1F2E16F63}">
      <dsp:nvSpPr>
        <dsp:cNvPr id="0" name=""/>
        <dsp:cNvSpPr/>
      </dsp:nvSpPr>
      <dsp:spPr>
        <a:xfrm>
          <a:off x="6985881" y="16455"/>
          <a:ext cx="1839363" cy="11036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Reporting and Analytics</a:t>
          </a:r>
        </a:p>
      </dsp:txBody>
      <dsp:txXfrm>
        <a:off x="7018205" y="48779"/>
        <a:ext cx="1774715" cy="1038970"/>
      </dsp:txXfrm>
    </dsp:sp>
    <dsp:sp modelId="{C90B6D54-3881-4B91-8DDD-A4109DD6504D}">
      <dsp:nvSpPr>
        <dsp:cNvPr id="0" name=""/>
        <dsp:cNvSpPr/>
      </dsp:nvSpPr>
      <dsp:spPr>
        <a:xfrm rot="5400000">
          <a:off x="-688294" y="3328294"/>
          <a:ext cx="1376588" cy="1655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03853-3DD9-4447-A039-5B2AAE2E1786}">
      <dsp:nvSpPr>
        <dsp:cNvPr id="0" name=""/>
        <dsp:cNvSpPr/>
      </dsp:nvSpPr>
      <dsp:spPr>
        <a:xfrm>
          <a:off x="7019247" y="1375351"/>
          <a:ext cx="1839363" cy="11036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System Monitoring and Performance</a:t>
          </a:r>
          <a:endParaRPr lang="en-IN" sz="1700" b="1" kern="1200" dirty="0"/>
        </a:p>
      </dsp:txBody>
      <dsp:txXfrm>
        <a:off x="7051571" y="1407675"/>
        <a:ext cx="1774715" cy="1038970"/>
      </dsp:txXfrm>
    </dsp:sp>
    <dsp:sp modelId="{24D39FA0-AA90-4C82-BD4C-7B1DE89875FB}">
      <dsp:nvSpPr>
        <dsp:cNvPr id="0" name=""/>
        <dsp:cNvSpPr/>
      </dsp:nvSpPr>
      <dsp:spPr>
        <a:xfrm rot="5400000">
          <a:off x="9296384" y="1662545"/>
          <a:ext cx="3631512" cy="1655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6DCBD-BD41-4272-9C6D-5E4436CD65C6}">
      <dsp:nvSpPr>
        <dsp:cNvPr id="0" name=""/>
        <dsp:cNvSpPr/>
      </dsp:nvSpPr>
      <dsp:spPr>
        <a:xfrm>
          <a:off x="7031939" y="2754884"/>
          <a:ext cx="1839363" cy="11036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Compliance and Security</a:t>
          </a:r>
          <a:endParaRPr lang="en-IN" sz="1700" b="1" kern="1200" dirty="0"/>
        </a:p>
      </dsp:txBody>
      <dsp:txXfrm>
        <a:off x="7064263" y="2787208"/>
        <a:ext cx="1774715" cy="1038970"/>
      </dsp:txXfrm>
    </dsp:sp>
    <dsp:sp modelId="{CBE5342A-3982-40D1-B3D1-BD0F97A6AF08}">
      <dsp:nvSpPr>
        <dsp:cNvPr id="0" name=""/>
        <dsp:cNvSpPr/>
      </dsp:nvSpPr>
      <dsp:spPr>
        <a:xfrm rot="5400000">
          <a:off x="9095943" y="3176390"/>
          <a:ext cx="4032380" cy="1655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5258B-4D74-4473-8F90-D072305C55A2}">
      <dsp:nvSpPr>
        <dsp:cNvPr id="0" name=""/>
        <dsp:cNvSpPr/>
      </dsp:nvSpPr>
      <dsp:spPr>
        <a:xfrm>
          <a:off x="4580840" y="69373"/>
          <a:ext cx="1839363" cy="11036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Communication Management</a:t>
          </a:r>
          <a:endParaRPr lang="en-IN" sz="1700" b="1" kern="1200" dirty="0"/>
        </a:p>
      </dsp:txBody>
      <dsp:txXfrm>
        <a:off x="4613164" y="101697"/>
        <a:ext cx="1774715" cy="1038970"/>
      </dsp:txXfrm>
    </dsp:sp>
    <dsp:sp modelId="{81706A52-97B8-477C-BC3D-907DE241702E}">
      <dsp:nvSpPr>
        <dsp:cNvPr id="0" name=""/>
        <dsp:cNvSpPr/>
      </dsp:nvSpPr>
      <dsp:spPr>
        <a:xfrm>
          <a:off x="4695138" y="4103197"/>
          <a:ext cx="1839363" cy="11036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700" b="1" kern="1200" dirty="0" smtClean="0"/>
            <a:t>Payment Gateways &amp; Customer Accounts</a:t>
          </a:r>
          <a:endParaRPr lang="en-IN" sz="1700" b="1" kern="1200" dirty="0"/>
        </a:p>
      </dsp:txBody>
      <dsp:txXfrm>
        <a:off x="4727462" y="4135521"/>
        <a:ext cx="1774715" cy="1038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2/14/2025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8402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002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912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721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3843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565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421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692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2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96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973082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289542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99606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88266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611295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904683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69285534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27337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468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anchor="ctr"/>
          <a:lstStyle>
            <a:lvl1pPr marL="0" indent="0" algn="ctr">
              <a:buNone/>
              <a:defRPr sz="1050" i="1"/>
            </a:lvl1pPr>
          </a:lstStyle>
          <a:p>
            <a:r>
              <a:rPr lang="en-US" dirty="0"/>
              <a:t>Place</a:t>
            </a:r>
            <a:br>
              <a:rPr lang="en-US" dirty="0"/>
            </a:br>
            <a:r>
              <a:rPr lang="en-US" dirty="0"/>
              <a:t>Your Image / Logo Here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540314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2/14/2025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52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  <p:sldLayoutId id="2147483980" r:id="rId13"/>
    <p:sldLayoutId id="2147483981" r:id="rId14"/>
    <p:sldLayoutId id="2147483982" r:id="rId15"/>
    <p:sldLayoutId id="2147483983" r:id="rId16"/>
    <p:sldLayoutId id="2147483984" r:id="rId17"/>
    <p:sldLayoutId id="2147483985" r:id="rId18"/>
    <p:sldLayoutId id="2147483986" r:id="rId19"/>
    <p:sldLayoutId id="2147483662" r:id="rId20"/>
    <p:sldLayoutId id="2147483663" r:id="rId21"/>
    <p:sldLayoutId id="2147483658" r:id="rId22"/>
    <p:sldLayoutId id="2147483659" r:id="rId23"/>
    <p:sldLayoutId id="2147483660" r:id="rId24"/>
    <p:sldLayoutId id="2147483664" r:id="rId25"/>
    <p:sldLayoutId id="2147483650" r:id="rId26"/>
    <p:sldLayoutId id="2147483652" r:id="rId27"/>
    <p:sldLayoutId id="2147483656" r:id="rId28"/>
    <p:sldLayoutId id="2147483657" r:id="rId29"/>
    <p:sldLayoutId id="2147483667" r:id="rId30"/>
    <p:sldLayoutId id="2147483668" r:id="rId31"/>
    <p:sldLayoutId id="2147483669" r:id="rId32"/>
    <p:sldLayoutId id="2147483670" r:id="rId33"/>
    <p:sldLayoutId id="2147483671" r:id="rId34"/>
    <p:sldLayoutId id="2147483673" r:id="rId35"/>
    <p:sldLayoutId id="2147483674" r:id="rId36"/>
    <p:sldLayoutId id="2147483654" r:id="rId37"/>
    <p:sldLayoutId id="2147483655" r:id="rId38"/>
    <p:sldLayoutId id="2147483675" r:id="rId39"/>
    <p:sldLayoutId id="2147483672" r:id="rId40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MLs/eclinic-html_new/index.html" TargetMode="Externa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elpdesk@ehmis-lite.in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uhseclinic.uat.dcservices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2" y="4172471"/>
            <a:ext cx="1402741" cy="266149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endParaRPr lang="en-US" b="0" i="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" r="1845"/>
          <a:stretch>
            <a:fillRect/>
          </a:stretch>
        </p:blipFill>
        <p:spPr>
          <a:xfrm>
            <a:off x="0" y="-95535"/>
            <a:ext cx="12192000" cy="6804025"/>
          </a:xfr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2691394"/>
            <a:ext cx="8991600" cy="126129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9" y="3941381"/>
            <a:ext cx="8991600" cy="678386"/>
          </a:xfrm>
        </p:spPr>
        <p:txBody>
          <a:bodyPr/>
          <a:lstStyle/>
          <a:p>
            <a:r>
              <a:rPr lang="en-US" sz="2000" b="1" dirty="0" smtClean="0"/>
              <a:t>A SaaS </a:t>
            </a:r>
            <a:r>
              <a:rPr lang="en-US" sz="2000" b="1" dirty="0" smtClean="0"/>
              <a:t>Based </a:t>
            </a:r>
            <a:r>
              <a:rPr lang="en-US" sz="2000" b="1" dirty="0" smtClean="0"/>
              <a:t>Solution to Clinics, Nursing Homes, Pharmacies &amp; Labs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2691394"/>
            <a:ext cx="8991600" cy="13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404350" cy="771525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SaaS solutions to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Variety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Users: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7" y="661276"/>
            <a:ext cx="2514600" cy="2314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203" y="661276"/>
            <a:ext cx="2971800" cy="2314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039" y="661275"/>
            <a:ext cx="2628900" cy="2314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3275" y="694540"/>
            <a:ext cx="2752725" cy="23145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1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3246071"/>
              </p:ext>
            </p:extLst>
          </p:nvPr>
        </p:nvGraphicFramePr>
        <p:xfrm>
          <a:off x="199946" y="3125978"/>
          <a:ext cx="11797047" cy="3627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6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7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563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A. E-Clinics</a:t>
                      </a:r>
                      <a:r>
                        <a:rPr lang="en-US" sz="1600" baseline="0" dirty="0" smtClean="0"/>
                        <a:t> (OP)</a:t>
                      </a:r>
                      <a:endParaRPr lang="en-IN" sz="16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B. Nursing Homes (IP)</a:t>
                      </a:r>
                      <a:endParaRPr lang="en-IN" sz="16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C. Pharmacies</a:t>
                      </a:r>
                      <a:endParaRPr lang="en-IN" sz="16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D. Lab Management</a:t>
                      </a:r>
                      <a:endParaRPr lang="en-IN" sz="1600" dirty="0">
                        <a:latin typeface="Bahnschrift Ligh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2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ABDM M1-M2 Enabled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Patient Appointment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Patient Registration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Patient Billing (OP)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OP Consultation and triage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500" dirty="0" smtClean="0"/>
                        <a:t>Patient Flow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 smtClean="0"/>
                        <a:t>Doctor-Patient SMS/emails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Detailed EMR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Doctor/Patient Portals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 Billing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500" kern="1200" dirty="0" smtClean="0"/>
                        <a:t>Admissions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Patient Monitoring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IPD Nursing</a:t>
                      </a:r>
                      <a:r>
                        <a:rPr lang="en-US" sz="1500" kern="1200" baseline="0" dirty="0" smtClean="0"/>
                        <a:t> Desk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baseline="0" dirty="0" smtClean="0"/>
                        <a:t>E-Discharge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baseline="0" dirty="0" smtClean="0"/>
                        <a:t>E-Doctor Desk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Patient Record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Bed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Case-Sheet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Disease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IP Billing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UPI and other modes payment Integration</a:t>
                      </a:r>
                      <a:endParaRPr lang="en-IN" sz="15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Token</a:t>
                      </a:r>
                      <a:r>
                        <a:rPr lang="en-US" sz="1500" kern="1200" baseline="0" dirty="0" smtClean="0"/>
                        <a:t> Based ABHA System</a:t>
                      </a:r>
                      <a:endParaRPr lang="en-IN" sz="1500" kern="1200" dirty="0" smtClean="0"/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Asset Management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Configurations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Indent</a:t>
                      </a:r>
                      <a:r>
                        <a:rPr lang="en-US" sz="1500" kern="1200" baseline="0" dirty="0" smtClean="0"/>
                        <a:t> &amp; Acknowledge</a:t>
                      </a:r>
                      <a:endParaRPr lang="en-US" sz="1500" kern="1200" dirty="0" smtClean="0"/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Stock Quantity Adjustments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Issue to patients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Issue to sub-stores/Wards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return from Patients/Sub-stores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Invoicing,</a:t>
                      </a:r>
                      <a:r>
                        <a:rPr lang="en-US" sz="1500" kern="1200" baseline="0" dirty="0" smtClean="0"/>
                        <a:t> billing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baseline="0" dirty="0" smtClean="0"/>
                        <a:t>Reports like stock in hand, near expiry, reorder level, etc.</a:t>
                      </a:r>
                      <a:endParaRPr lang="en-IN" sz="1500" kern="1200" dirty="0" smtClean="0">
                        <a:solidFill>
                          <a:schemeClr val="dk1"/>
                        </a:solidFill>
                        <a:latin typeface="Bahnschrift 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Sample</a:t>
                      </a:r>
                      <a:r>
                        <a:rPr lang="en-US" sz="1500" kern="1200" baseline="0" dirty="0" smtClean="0"/>
                        <a:t> Collection, Acceptance, Packing List Generation</a:t>
                      </a:r>
                      <a:endParaRPr lang="en-US" sz="1500" kern="1200" dirty="0" smtClean="0"/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Test</a:t>
                      </a:r>
                      <a:r>
                        <a:rPr lang="en-US" sz="1500" kern="1200" baseline="0" dirty="0" smtClean="0"/>
                        <a:t> Scheduling </a:t>
                      </a:r>
                      <a:r>
                        <a:rPr lang="en-US" sz="1500" kern="1200" dirty="0" smtClean="0"/>
                        <a:t>&amp; Billing Graphical reports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Sample processing (auto barcode generation and printing, label printing; sample assertion, sample source, sample/specimen condition, sample recollection)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500" kern="1200" dirty="0" smtClean="0"/>
                        <a:t>Test Result Entry / Interface with </a:t>
                      </a:r>
                      <a:r>
                        <a:rPr lang="en-US" sz="1500" kern="1200" dirty="0" err="1" smtClean="0"/>
                        <a:t>Uni</a:t>
                      </a:r>
                      <a:r>
                        <a:rPr lang="en-US" sz="1500" kern="1200" dirty="0" smtClean="0"/>
                        <a:t>/Bi-Directional Equipment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500" kern="1200" dirty="0" smtClean="0"/>
                        <a:t>Signoff Reports</a:t>
                      </a:r>
                      <a:endParaRPr lang="en-US" sz="1500" kern="1200" dirty="0" smtClean="0">
                        <a:solidFill>
                          <a:schemeClr val="dk1"/>
                        </a:solidFill>
                        <a:latin typeface="Bahnschrift Ligh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615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Hand writing on post-it no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" r="5"/>
          <a:stretch/>
        </p:blipFill>
        <p:spPr/>
      </p:pic>
      <p:sp>
        <p:nvSpPr>
          <p:cNvPr id="18" name="Footer Placeholder 1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06062" y="0"/>
            <a:ext cx="10831132" cy="770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18000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of </a:t>
            </a:r>
            <a:r>
              <a:rPr lang="en-US" sz="4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e-Sushrut@Clinic</a:t>
            </a:r>
            <a:endParaRPr lang="en-I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62" y="822615"/>
            <a:ext cx="11572875" cy="447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63" y="5408849"/>
            <a:ext cx="11752860" cy="1333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55373" y="0"/>
            <a:ext cx="10865708" cy="7340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457200">
              <a:lnSpc>
                <a:spcPct val="150000"/>
              </a:lnSpc>
              <a:spcBef>
                <a:spcPct val="0"/>
              </a:spcBef>
              <a:buClr>
                <a:srgbClr val="002060"/>
              </a:buClr>
              <a:buSzPct val="75000"/>
            </a:pPr>
            <a:r>
              <a:rPr lang="en-US" altLang="en-US" sz="3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USP of the </a:t>
            </a:r>
            <a:r>
              <a:rPr lang="en-US" altLang="en-US" sz="3600" b="1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technology</a:t>
            </a:r>
            <a:endParaRPr lang="en-US" altLang="en-US" sz="36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IN" sz="1600" b="1" dirty="0" smtClean="0"/>
              <a:t>Seamless </a:t>
            </a:r>
            <a:r>
              <a:rPr lang="en-IN" sz="1600" b="1" dirty="0"/>
              <a:t>Configuration &amp;</a:t>
            </a:r>
            <a:r>
              <a:rPr lang="en-US" sz="1600" b="1" dirty="0"/>
              <a:t> Smooth Onboarding :</a:t>
            </a:r>
            <a:r>
              <a:rPr lang="en-US" sz="1600" dirty="0"/>
              <a:t> User-friendly interface and intuitive setup options allow clinics to quickly customize the software to match their specific requirements without extensive technical knowledge. &amp; Offers a guided onboarding process, including training and support.</a:t>
            </a: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sz="1600" b="1" dirty="0"/>
              <a:t>ABDM and Health Standards: </a:t>
            </a:r>
            <a:r>
              <a:rPr lang="en-US" sz="1600" dirty="0"/>
              <a:t>Adheres to ABDM features and other Major health standards, ensuring data consistency, accuracy, and compatibility with industry norms.</a:t>
            </a: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sz="1600" b="1" dirty="0"/>
              <a:t>Mobile-Friendly: </a:t>
            </a:r>
            <a:r>
              <a:rPr lang="en-US" sz="1600" dirty="0"/>
              <a:t>Provides a responsive design that adapts to various devices, enabling healthcare professionals and patients as well to access critical information on PCs, smartphones, tablet even works offline with limited features. </a:t>
            </a: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sz="1600" b="1" dirty="0"/>
              <a:t>Secure Data Exchange: </a:t>
            </a:r>
            <a:r>
              <a:rPr lang="en-US" sz="1600" dirty="0"/>
              <a:t>Facilitates secure data exchange and interoperability with other healthcare systems, supporting data sharing while maintaining patient confidentiality and data integrity.</a:t>
            </a: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sz="1600" b="1" dirty="0"/>
              <a:t>Scalability: </a:t>
            </a:r>
            <a:r>
              <a:rPr lang="en-US" sz="1600" dirty="0"/>
              <a:t>Easily scales to accommodate growing clinics, additional modules, and increased patient loads, ensuring long-term suitability for varying needs.</a:t>
            </a: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altLang="en-US" sz="1600" b="1" dirty="0"/>
              <a:t>Success Stories/Client Names (noteworthy </a:t>
            </a:r>
            <a:r>
              <a:rPr lang="en-US" altLang="en-US" sz="1600" b="1" dirty="0" smtClean="0"/>
              <a:t>deployments)</a:t>
            </a:r>
            <a:endParaRPr lang="en-US" altLang="en-US" sz="1600" b="1" dirty="0"/>
          </a:p>
          <a:p>
            <a:pPr marL="742950" lvl="2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altLang="en-US" sz="1400" dirty="0">
                <a:latin typeface="Trebuchet MS" pitchFamily="32" charset="0"/>
                <a:cs typeface="Arial" charset="0"/>
              </a:rPr>
              <a:t>AAM </a:t>
            </a:r>
            <a:r>
              <a:rPr lang="en-US" altLang="en-US" sz="1400" dirty="0" err="1">
                <a:latin typeface="Trebuchet MS" pitchFamily="32" charset="0"/>
                <a:cs typeface="Arial" charset="0"/>
              </a:rPr>
              <a:t>Admi</a:t>
            </a:r>
            <a:r>
              <a:rPr lang="en-US" altLang="en-US" sz="1400" dirty="0">
                <a:latin typeface="Trebuchet MS" pitchFamily="32" charset="0"/>
                <a:cs typeface="Arial" charset="0"/>
              </a:rPr>
              <a:t> clinics (600+ </a:t>
            </a:r>
            <a:r>
              <a:rPr lang="en-US" altLang="en-US" sz="1400" dirty="0" err="1">
                <a:latin typeface="Trebuchet MS" pitchFamily="32" charset="0"/>
                <a:cs typeface="Arial" charset="0"/>
              </a:rPr>
              <a:t>Mohalla</a:t>
            </a:r>
            <a:r>
              <a:rPr lang="en-US" altLang="en-US" sz="1400" dirty="0">
                <a:latin typeface="Trebuchet MS" pitchFamily="32" charset="0"/>
                <a:cs typeface="Arial" charset="0"/>
              </a:rPr>
              <a:t> clinics) with daily 25000+ patients with Digital registration, Prescription, Electronic records, Drug Dispensing etc.</a:t>
            </a:r>
          </a:p>
          <a:p>
            <a:pPr marL="742950" lvl="2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r>
              <a:rPr lang="en-US" altLang="en-US" sz="1400" dirty="0">
                <a:latin typeface="Trebuchet MS" pitchFamily="32" charset="0"/>
                <a:cs typeface="Arial" charset="0"/>
              </a:rPr>
              <a:t>NHPC Health facilities (24):L with daily 400+ patients with Digital registration, Prescription, Electronic records, Drug Dispensing etc.</a:t>
            </a:r>
            <a:endParaRPr lang="en-US" altLang="en-US" dirty="0">
              <a:latin typeface="Trebuchet MS" pitchFamily="32" charset="0"/>
              <a:cs typeface="Arial" charset="0"/>
            </a:endParaRPr>
          </a:p>
          <a:p>
            <a:pPr marL="285750" lvl="1" indent="-285750">
              <a:lnSpc>
                <a:spcPct val="150000"/>
              </a:lnSpc>
              <a:buClr>
                <a:srgbClr val="002060"/>
              </a:buClr>
              <a:buSzPct val="75000"/>
              <a:buFont typeface="Wingdings" panose="05000000000000000000" pitchFamily="2" charset="2"/>
              <a:buChar char="©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4146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310" y="131929"/>
            <a:ext cx="8596668" cy="1320800"/>
          </a:xfrm>
        </p:spPr>
        <p:txBody>
          <a:bodyPr/>
          <a:lstStyle/>
          <a:p>
            <a:r>
              <a:rPr lang="en-US" dirty="0" err="1" smtClean="0"/>
              <a:t>eSushrut@Clinic</a:t>
            </a:r>
            <a:r>
              <a:rPr lang="en-US" dirty="0" smtClean="0"/>
              <a:t> Digital Workflow</a:t>
            </a:r>
            <a:endParaRPr lang="en-IN" dirty="0"/>
          </a:p>
        </p:txBody>
      </p:sp>
      <p:pic>
        <p:nvPicPr>
          <p:cNvPr id="12" name="Picture 1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8" b="3327"/>
          <a:stretch/>
        </p:blipFill>
        <p:spPr bwMode="auto">
          <a:xfrm>
            <a:off x="423081" y="736979"/>
            <a:ext cx="11313994" cy="582759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83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0361" y="228637"/>
            <a:ext cx="7560000" cy="3701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Subscription (Customer)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" name="Diagram 1"/>
          <p:cNvGraphicFramePr/>
          <p:nvPr>
            <p:extLst/>
          </p:nvPr>
        </p:nvGraphicFramePr>
        <p:xfrm>
          <a:off x="901521" y="940158"/>
          <a:ext cx="10522040" cy="5198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940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1723" y="151363"/>
            <a:ext cx="8305453" cy="37016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On-boarding </a:t>
            </a:r>
            <a:r>
              <a:rPr lang="en-IN" dirty="0"/>
              <a:t>Process (</a:t>
            </a:r>
            <a:r>
              <a:rPr lang="en-IN" dirty="0" smtClean="0"/>
              <a:t>CDAC-Team)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1" name="Diagram 10"/>
          <p:cNvGraphicFramePr/>
          <p:nvPr>
            <p:extLst/>
          </p:nvPr>
        </p:nvGraphicFramePr>
        <p:xfrm>
          <a:off x="901521" y="940158"/>
          <a:ext cx="10522040" cy="5198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72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1723" y="151363"/>
            <a:ext cx="8305453" cy="37016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Platform  Administration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1" name="Diagram 10"/>
          <p:cNvGraphicFramePr/>
          <p:nvPr>
            <p:extLst/>
          </p:nvPr>
        </p:nvGraphicFramePr>
        <p:xfrm>
          <a:off x="734096" y="758643"/>
          <a:ext cx="11112142" cy="5249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97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0633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25" y="4312693"/>
            <a:ext cx="11382375" cy="24906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7" y="3849173"/>
            <a:ext cx="12078269" cy="920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28253" b="20892"/>
          <a:stretch/>
        </p:blipFill>
        <p:spPr>
          <a:xfrm>
            <a:off x="72787" y="4902226"/>
            <a:ext cx="12078269" cy="17196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b="32886"/>
          <a:stretch/>
        </p:blipFill>
        <p:spPr>
          <a:xfrm>
            <a:off x="82073" y="14609"/>
            <a:ext cx="12027854" cy="35926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84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630"/>
          <a:stretch/>
        </p:blipFill>
        <p:spPr>
          <a:xfrm>
            <a:off x="29943" y="347019"/>
            <a:ext cx="12064621" cy="2724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9" y="3194287"/>
            <a:ext cx="11982450" cy="36637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590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0361" y="228637"/>
            <a:ext cx="7560000" cy="3701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Subscription Plans </a:t>
            </a:r>
            <a:r>
              <a:rPr lang="en-US" sz="1200" dirty="0" smtClean="0">
                <a:solidFill>
                  <a:srgbClr val="0070C0"/>
                </a:solidFill>
                <a:hlinkClick r:id="rId2" action="ppaction://hlinkfile"/>
              </a:rPr>
              <a:t>(Site)</a:t>
            </a:r>
            <a:endParaRPr lang="en-IN" sz="1200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CC7194-A4D0-457B-9D3E-53681723AFF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61" y="764275"/>
            <a:ext cx="11351856" cy="603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5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1911" y="6492874"/>
            <a:ext cx="6297612" cy="365125"/>
          </a:xfrm>
        </p:spPr>
        <p:txBody>
          <a:bodyPr/>
          <a:lstStyle/>
          <a:p>
            <a:r>
              <a:rPr lang="en-US" noProof="0" dirty="0" smtClean="0"/>
              <a:t>CDAC-Noida</a:t>
            </a:r>
            <a:endParaRPr lang="en-US" noProof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87025" y="6492875"/>
            <a:ext cx="683339" cy="365125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05679" y="6123541"/>
            <a:ext cx="118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 Contact</a:t>
            </a:r>
            <a:r>
              <a:rPr lang="hi-IN" b="1" dirty="0" smtClean="0">
                <a:solidFill>
                  <a:srgbClr val="7030A0"/>
                </a:solidFill>
              </a:rPr>
              <a:t>: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95461" y="6167731"/>
            <a:ext cx="7474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Ashutosh Pandey </a:t>
            </a:r>
            <a:r>
              <a:rPr lang="hi-IN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| </a:t>
            </a:r>
            <a:r>
              <a:rPr lang="en-US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+918285527858 | </a:t>
            </a:r>
            <a:r>
              <a:rPr lang="en-IN" b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helpdesk@ehmis-lite.in</a:t>
            </a:r>
            <a:endParaRPr lang="en-IN" b="1" dirty="0" smtClean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u="sng" dirty="0">
                <a:hlinkClick r:id="rId4"/>
              </a:rPr>
              <a:t>https://muhseclinic.uat.dcservices.in</a:t>
            </a:r>
            <a:r>
              <a:rPr lang="en-IN" dirty="0"/>
              <a:t> </a:t>
            </a:r>
            <a:endParaRPr lang="en-IN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8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heme/theme1.xml><?xml version="1.0" encoding="utf-8"?>
<a:theme xmlns:a="http://schemas.openxmlformats.org/drawingml/2006/main" name="Face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90D0D0-7C1D-47FF-A2F0-9937AA567A3D}">
  <ds:schemaRefs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71af3243-3dd4-4a8d-8c0d-dd76da1f02a5"/>
    <ds:schemaRef ds:uri="http://www.w3.org/XML/1998/namespace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EDB5DD7-8DCC-4069-9EB3-5D0981866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559</Words>
  <Application>Microsoft Office PowerPoint</Application>
  <PresentationFormat>Widescreen</PresentationFormat>
  <Paragraphs>109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Bahnschrift Light</vt:lpstr>
      <vt:lpstr>Calibri</vt:lpstr>
      <vt:lpstr>Mangal</vt:lpstr>
      <vt:lpstr>Times New Roman</vt:lpstr>
      <vt:lpstr>Trebuchet MS</vt:lpstr>
      <vt:lpstr>Wingdings</vt:lpstr>
      <vt:lpstr>Wingdings 3</vt:lpstr>
      <vt:lpstr>Facet</vt:lpstr>
      <vt:lpstr>PowerPoint Presentation</vt:lpstr>
      <vt:lpstr>SaaS solutions to Variety of Users:</vt:lpstr>
      <vt:lpstr>PowerPoint Presentation</vt:lpstr>
      <vt:lpstr>PowerPoint Presentation</vt:lpstr>
      <vt:lpstr>eSushrut@Clinic Digital Workflow</vt:lpstr>
      <vt:lpstr>Subscription (Customer)</vt:lpstr>
      <vt:lpstr>On-boarding Process (CDAC-Team)</vt:lpstr>
      <vt:lpstr>Platform  Administration</vt:lpstr>
      <vt:lpstr>PowerPoint Presentation</vt:lpstr>
      <vt:lpstr>PowerPoint Presentation</vt:lpstr>
      <vt:lpstr>PowerPoint Presentation</vt:lpstr>
      <vt:lpstr>Subscription Plans (Site)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2023-04-02T17:53:41Z</dcterms:created>
  <dcterms:modified xsi:type="dcterms:W3CDTF">2025-02-14T10:41:13Z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